
<file path=[Content_Types].xml><?xml version="1.0" encoding="utf-8"?>
<Types xmlns="http://schemas.openxmlformats.org/package/2006/content-types">
  <Default Extension="gif" ContentType="image/gif"/>
  <Default Extension="jpeg" ContentType="image/jpeg"/>
  <Default Extension="m4a" ContentType="audio/mp4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2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7" r:id="rId10"/>
    <p:sldId id="268" r:id="rId11"/>
    <p:sldId id="269" r:id="rId12"/>
    <p:sldId id="266" r:id="rId13"/>
    <p:sldId id="273" r:id="rId14"/>
    <p:sldId id="270" r:id="rId15"/>
    <p:sldId id="271" r:id="rId16"/>
    <p:sldId id="275" r:id="rId17"/>
    <p:sldId id="272" r:id="rId18"/>
    <p:sldId id="277" r:id="rId19"/>
    <p:sldId id="278" r:id="rId20"/>
    <p:sldId id="279" r:id="rId21"/>
    <p:sldId id="280" r:id="rId22"/>
    <p:sldId id="274" r:id="rId23"/>
    <p:sldId id="281" r:id="rId24"/>
    <p:sldId id="282" r:id="rId25"/>
    <p:sldId id="283" r:id="rId26"/>
    <p:sldId id="287" r:id="rId27"/>
    <p:sldId id="27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978" autoAdjust="0"/>
  </p:normalViewPr>
  <p:slideViewPr>
    <p:cSldViewPr snapToGrid="0">
      <p:cViewPr>
        <p:scale>
          <a:sx n="50" d="100"/>
          <a:sy n="50" d="100"/>
        </p:scale>
        <p:origin x="23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7:12:08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24575,'0'12'0,"0"10"0,12 7 0,4 5 0,5 8 0,5 4 0,-2 5 0,-4 1 0,-7-4 0,-5-2 0,-4-5 0,-2 4 0,-14-6 0,-5-10-8191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7:12:09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24575,'12'0'0,"4"6"0,5 8 0,5 8 0,-1 11 0,-6 8 0,-6 1 0,1 6 0,-2 1 0,4-1 0,-2-4 0,-3 3 0,-4-1 0,-2-1 0,-2-9-8191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7:12:11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24575,'21'-1'0,"1"2"0,0 0 0,0 1 0,42 11 0,-56-10 0,1 0 0,-1 1 0,0 0 0,0 0 0,0 1 0,-1 0 0,0 0 0,1 1 0,-2-1 0,1 2 0,-1-1 0,0 1 0,0 0 0,8 14 0,-6-7 9,0 1-1,-1 1 0,-1-1 1,0 1-1,-1 0 0,-1 0 1,0 1-1,2 28 0,-3 11-283,-6 70-1,1-69-613,1-19-5937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7:12:12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24575,'18'0'0,"1"1"0,-1 0 0,1 1 0,-1 1 0,0 0 0,0 2 0,21 7 0,-32-8 0,0-1 0,0 1 0,0 0 0,0 0 0,-1 1 0,0 0 0,0 0 0,0 1 0,0-1 0,-1 1 0,0 1 0,0-1 0,-1 1 0,0-1 0,0 1 0,0 0 0,-1 1 0,0-1 0,3 14 0,0 14 0,-1 1 0,-2-1 0,-1 1 0,-7 70 0,2-18 0,2 2-1365,1-50-5461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8:01:35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0 24575,'0'9'0,"0"12"0,-18 12 0,-6 17 0,1 10 0,4 4 0,6 9 0,5 0 0,4-2 0,2-5 0,2 5 0,10-1 0,3-13-8191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8:01:36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 24575,'-9'9'0,"-3"12"0,0 11 0,3 18 0,3 11 0,2 2 0,1 1 0,3 6 0,0 2 0,0-4 0,1 5 0,-1 0 0,0-14-8191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8:01:38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24575,'25'-1'0,"0"2"0,0 1 0,-1 1 0,1 1 0,0 1 0,-1 1 0,0 1 0,-1 1 0,41 20 0,-55-22 0,-1 0 0,0 1 0,0 0 0,0 0 0,-1 1 0,0 0 0,0 0 0,-1 1 0,0 0 0,-1 0 0,0 0 0,0 0 0,-1 1 0,0 0 0,2 10 0,4 15 0,-2 0 0,-1 0 0,2 38 0,-3 266-248,-8-258-869,1-20-5709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8:01:39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24575,'27'15'0,"-1"1"0,0 1 0,-1 1 0,28 27 0,81 92 0,-86-85 0,-33-35 10,-1 1 0,-1 1 0,0 0 0,-2 1 0,0 1 0,-2-1 0,0 1 0,-1 1 0,-1 0 0,-1 0 0,6 41 0,-4 14-505,-3 1 0,-5 80 0,-1-107-6331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8:15:05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1 24575,'-1'5'0,"0"1"0,0 0 0,0 0 0,-1-1 0,0 1 0,-2 5 0,-6 20 0,-4 97 0,12-93 0,-2 0 0,-1 0 0,-13 45 0,8-50 15,2 1 0,0 0 0,3 0 0,0 1 0,2 0 0,1-1 0,3 37 0,0-59-68,0 1 0,0-1 0,1 0 0,0 1 0,1-1 0,0 0 0,0-1 0,1 1 0,0 0 0,1-1 0,0 0 0,0 0 0,0 0-1,1-1 1,1 0 0,-1 0 0,1 0 0,0-1 0,0 0 0,1-1 0,0 1 0,0-1 0,0-1 0,1 0 0,-1 0 0,1 0 0,16 3 0,19 3-6773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8:15:06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 24575,'0'0'0,"1"34"0,-1 0 0,-2 0 0,-1 0 0,-2 0 0,-14 51 0,8-50 0,1 2 0,2-1 0,1 1 0,2 0 0,2 0 0,2 68 0,3-93-85,0-1 0,1 0-1,0 0 1,0 0 0,1 0-1,0-1 1,1 1 0,1-1-1,-1 0 1,2-1 0,-1 1-1,1-1 1,1 0 0,-1-1-1,13 10 1,13 13-6741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8:15:07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24575,'13'1'0,"0"1"0,-1 0 0,1 0 0,-1 1 0,0 1 0,0 0 0,14 7 0,81 45 0,-100-52 0,18 11 0,-1 0 0,-1 2 0,0 0 0,-1 2 0,-1 0 0,-1 2 0,27 33 0,-35-36 0,0 0 0,-1 1 0,-1 0 0,0 1 0,-2 0 0,0 0 0,-2 1 0,0 0 0,-1 0 0,3 35 0,-4 146-608,-5-177-149,1 16-6069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8:15:0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24575,'16'-1'0,"0"1"0,0 1 0,0 0 0,-1 1 0,1 0 0,-1 2 0,1 0 0,-1 0 0,0 1 0,0 1 0,-1 1 0,0 0 0,0 1 0,0 0 0,22 19 0,-25-17 0,1 1 0,-2 1 0,1-1 0,-1 2 0,-1-1 0,-1 1 0,1 1 0,-2 0 0,0 0 0,-1 0 0,6 20 0,-5-7 0,-2 0 0,0 0 0,-2 1 0,-1-1 0,-3 46 0,-7 191-1365,8-227-5461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8:48:08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24575,'1'0'0,"0"0"0,0 1 0,0-1 0,0 1 0,0-1 0,0 1 0,0-1 0,0 1 0,0-1 0,-1 1 0,1 0 0,0 0 0,0-1 0,-1 1 0,1 0 0,0 0 0,-1 0 0,1 0 0,-1 0 0,1 0 0,-1 0 0,0 0 0,1 0 0,-1 0 0,0 0 0,0 0 0,1 0 0,-1 0 0,0 0 0,0 0 0,0 0 0,0 0 0,-1 1 0,1 0 0,-4 50 0,2-38 0,-7 86 0,6 190 0,6-275 11,-1 0 0,2 0 0,0-1 0,1 0 0,0 0 0,1 0-1,0 0 1,2-1 0,-1 0 0,12 14 0,-7-11-197,0-1 1,2 0-1,-1-1 0,2 0 1,0-1-1,0-1 1,22 13-1,-5-8-6640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8:48:10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24575,'-7'0'0,"-2"7"0,0 9 0,2 15 0,2 10 0,2 4 0,2 9 0,0 2 0,1-3 0,0-2 0,1 3 0,6 7 0,9-1 0,16-3 0,16-5 0,-1-11-8191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8:48:11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24575,'16'1'0,"0"1"0,0 0 0,0 1 0,-1 1 0,1 0 0,-1 2 0,0-1 0,19 12 0,5 4 0,64 46 0,-83-51 0,-1 0 0,-1 1 0,-1 0 0,0 2 0,-1 0 0,-1 0 0,-1 2 0,-1 0 0,-1 0 0,0 1 0,-2 1 0,-1 0 0,0 0 0,-2 1 0,-1 0 0,0 0 0,-2 0 0,-1 1 0,0 25 0,-5 102-1365,0-105-5461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8:48:13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24575,'31'0'0,"0"1"0,-1 1 0,1 1 0,47 13 0,-68-14 0,-1 1 0,0 1 0,-1-1 0,1 1 0,-1 1 0,0 0 0,0 0 0,0 0 0,0 1 0,-1 0 0,0 1 0,0-1 0,-1 1 0,0 1 0,0-1 0,-1 1 0,0 0 0,0 0 0,4 11 0,3 15 9,0 1 0,-3 0 0,-1 1 0,-2 0 0,3 52 0,-7 189-329,-5-152-779,3-79-5727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9:04:00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24575,'-1'109'0,"3"118"0,0-217 0,0 1 0,0-1 0,1 0 0,1 0 0,0 0 0,0 0 0,1-1 0,0 0 0,0 0 0,1 0 0,1 0 0,-1-1 0,10 9 0,15 14 0,63 49 0,-76-66 0,20 15-1365,-4-3-5461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9:04:01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0 24575,'-1'1'0,"0"-1"0,-1 1 0,1-1 0,0 1 0,0 0 0,0-1 0,0 1 0,-1 0 0,1 0 0,0 0 0,0 0 0,1 0 0,-1 0 0,0 0 0,0 0 0,0 0 0,1 1 0,-1-1 0,1 0 0,-1 0 0,1 1 0,-1-1 0,1 0 0,0 0 0,-1 1 0,1-1 0,0 3 0,-5 44 0,5-42 0,-1 14 0,1 4 0,-2 0 0,-1 0 0,0 0 0,-11 34 0,6-34 0,1 0 0,2 1 0,0-1 0,1 1 0,2 0 0,0 43 0,3-54 0,1 0 0,0 0 0,1 0 0,0 0 0,1-1 0,1 1 0,0-1 0,1 0 0,0-1 0,1 1 0,1-1 0,-1 0 0,14 13 0,6 3 13,1-2-1,47 34 1,-16-13-1416,-22-16-5423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9:04:03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24575,'5'1'0,"1"0"0,-1 0 0,0 0 0,0 0 0,0 1 0,0 0 0,0 0 0,0 0 0,-1 1 0,1-1 0,-1 1 0,1 0 0,-1 1 0,0-1 0,0 1 0,-1-1 0,1 1 0,-1 1 0,1-1 0,-1 0 0,-1 1 0,1-1 0,-1 1 0,0 0 0,3 8 0,3 8 0,-1 1 0,-1 0 0,-1 0 0,4 35 0,-3-20 0,13 44 0,-11-50 0,-1 0 0,5 47 0,-11 102-21,-2-112-1323,1-39-5482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9:04:04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24575,'7'9'0,"-1"0"0,-1 0 0,1 0 0,-1 1 0,-1 0 0,4 12 0,4 6 0,22 43 0,39 93 0,-65-141 0,-1 0 0,0 1 0,-2 0 0,-1 0 0,1 34 0,-9 264 0,-22-111-1365,25-191-5461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9:25:32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24575,'-1'109'0,"3"118"0,0-217 0,0 1 0,0-1 0,1 0 0,1 0 0,0 0 0,0 0 0,1-1 0,0 0 0,0 0 0,1 0 0,1 0 0,-1-1 0,10 9 0,15 14 0,63 49 0,-76-66 0,20 15-1365,-4-3-5461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9:25:32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0 24575,'-1'1'0,"0"-1"0,-1 1 0,1-1 0,0 1 0,0 0 0,0-1 0,0 1 0,-1 0 0,1 0 0,0 0 0,0 0 0,1 0 0,-1 0 0,0 0 0,0 0 0,0 0 0,1 1 0,-1-1 0,1 0 0,-1 0 0,1 1 0,-1-1 0,1 0 0,0 0 0,-1 1 0,1-1 0,0 3 0,-5 44 0,5-42 0,-1 14 0,1 4 0,-2 0 0,-1 0 0,0 0 0,-11 34 0,6-34 0,1 0 0,2 1 0,0-1 0,1 1 0,2 0 0,0 43 0,3-54 0,1 0 0,0 0 0,1 0 0,0 0 0,1-1 0,1 1 0,0-1 0,1 0 0,0-1 0,1 1 0,1-1 0,-1 0 0,14 13 0,6 3 13,1-2-1,47 34 1,-16-13-1416,-22-16-5423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9:25:32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24575,'5'1'0,"1"0"0,-1 0 0,0 0 0,0 0 0,0 1 0,0 0 0,0 0 0,0 0 0,-1 1 0,1-1 0,-1 1 0,1 0 0,-1 1 0,0-1 0,0 1 0,-1-1 0,1 1 0,-1 1 0,1-1 0,-1 0 0,-1 1 0,1-1 0,-1 1 0,0 0 0,3 8 0,3 8 0,-1 1 0,-1 0 0,-1 0 0,4 35 0,-3-20 0,13 44 0,-11-50 0,-1 0 0,5 47 0,-11 102-21,-2-112-1323,1-39-5482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9:25:32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24575,'7'9'0,"-1"0"0,-1 0 0,1 0 0,-1 1 0,-1 0 0,4 12 0,4 6 0,22 43 0,39 93 0,-65-141 0,-1 0 0,0 1 0,-2 0 0,-1 0 0,1 34 0,-9 264 0,-22-111-1365,25-191-5461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9:45:04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24575,'-1'109'0,"3"118"0,0-217 0,0 1 0,0-1 0,1 0 0,1 0 0,0 0 0,0 0 0,1-1 0,0 0 0,0 0 0,1 0 0,1 0 0,-1-1 0,10 9 0,15 14 0,63 49 0,-76-66 0,20 15-1365,-4-3-5461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9:45:04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0 24575,'-1'1'0,"0"-1"0,-1 1 0,1-1 0,0 1 0,0 0 0,0-1 0,0 1 0,-1 0 0,1 0 0,0 0 0,0 0 0,1 0 0,-1 0 0,0 0 0,0 0 0,0 0 0,1 1 0,-1-1 0,1 0 0,-1 0 0,1 1 0,-1-1 0,1 0 0,0 0 0,-1 1 0,1-1 0,0 3 0,-5 44 0,5-42 0,-1 14 0,1 4 0,-2 0 0,-1 0 0,0 0 0,-11 34 0,6-34 0,1 0 0,2 1 0,0-1 0,1 1 0,2 0 0,0 43 0,3-54 0,1 0 0,0 0 0,1 0 0,0 0 0,1-1 0,1 1 0,0-1 0,1 0 0,0-1 0,1 1 0,1-1 0,-1 0 0,14 13 0,6 3 13,1-2-1,47 34 1,-16-13-1416,-22-16-5423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9:45:04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24575,'5'1'0,"1"0"0,-1 0 0,0 0 0,0 0 0,0 1 0,0 0 0,0 0 0,0 0 0,-1 1 0,1-1 0,-1 1 0,1 0 0,-1 1 0,0-1 0,0 1 0,-1-1 0,1 1 0,-1 1 0,1-1 0,-1 0 0,-1 1 0,1-1 0,-1 1 0,0 0 0,3 8 0,3 8 0,-1 1 0,-1 0 0,-1 0 0,4 35 0,-3-20 0,13 44 0,-11-50 0,-1 0 0,5 47 0,-11 102-21,-2-112-1323,1-39-5482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9:45:04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24575,'7'9'0,"-1"0"0,-1 0 0,1 0 0,-1 1 0,-1 0 0,4 12 0,4 6 0,22 43 0,39 93 0,-65-141 0,-1 0 0,0 1 0,-2 0 0,-1 0 0,1 34 0,-9 264 0,-22-111-1365,25-191-5461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9:47:25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0 24575,'-3'5'0,"-1"1"0,1-1 0,-1 1 0,2-1 0,-1 1 0,1 0 0,0 0 0,-2 7 0,-9 22 0,-5 2 0,1 1 0,3 1 0,0 1 0,3 0 0,1 0 0,2 1 0,2 0 0,2 1 0,2-1 0,3 65 0,2-89-91,0 1 0,0-1 0,2 0 0,0 0 0,1-1 0,1 1 0,0-2 0,1 1 0,1-1 0,0 0 0,2 0 0,-1-1 0,1-1 0,27 25 0,-8-13-6735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9:47:26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0 24575,'-13'15'0,"1"1"0,1 1 0,1 0 0,0 0 0,-13 33 0,8-17 0,-1 2 0,1 1 0,3 1 0,0 0 0,3 1 0,1 0 0,2 0 0,1 1 0,2-1 0,3 43 0,0 8 0,4 100 0,-2-177-170,0 0-1,1 0 0,0-1 1,0 1-1,1-1 0,1 0 1,8 14-1,1 2-6655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9:47:28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24575,'14'0'0,"0"1"0,0 0 0,0 1 0,0 1 0,0 0 0,0 1 0,0 0 0,-1 1 0,0 1 0,0 0 0,0 1 0,-1 0 0,0 1 0,0 0 0,-1 1 0,0 0 0,-1 1 0,18 21 0,-15-15 0,-2 1 0,-1 0 0,0 1 0,-1 0 0,-1 1 0,0-1 0,-2 2 0,0-1 0,-1 1 0,-1-1 0,-1 1 0,1 38 0,-6 127-1365,1-147-5461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9:47:29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24575,'7'1'0,"-1"-1"0,1 2 0,-1-1 0,1 1 0,-1-1 0,0 2 0,0-1 0,0 1 0,0 0 0,0 0 0,0 0 0,-1 1 0,0 0 0,6 5 0,9 10 0,-1 1 0,19 24 0,-14-15 0,30 32 0,-2 3 0,-4 1 0,-3 3 0,52 101 0,-88-145-151,0 1-1,-2 1 0,-1-1 0,-1 1 1,-2 0-1,0 1 0,-2-1 1,-2 42-1,-1-27-6674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20:23:41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0 24575,'-3'1'0,"0"-1"0,0 1 0,0 0 0,-1 0 0,1 0 0,0 1 0,0-1 0,0 1 0,1 0 0,-1-1 0,0 1 0,1 0 0,-1 1 0,1-1 0,-5 5 0,-33 46 0,30-39 0,-4 7 0,1 1 0,0 0 0,2 1 0,1 0 0,1 1 0,1 0 0,0 0 0,2 1 0,-4 39 0,5-4 0,2 0 0,11 117 0,-4-150 0,0-1 0,2 0 0,1 0 0,0 0 0,23 46 0,73 115 0,-21-43 0,-69-119-116,-3-3-63,1 0 1,1-1 0,0-1-1,2 0 1,0-1-1,31 32 1,-4-19-6648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20:23:42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0 24575,'-5'1'0,"0"0"0,1 0 0,-1 0 0,1 1 0,-1-1 0,1 1 0,0 0 0,0 0 0,0 1 0,0-1 0,0 1 0,0 0 0,1 0 0,-5 4 0,-48 55 0,49-52 0,-8 10 0,1 0 0,1 1 0,1 1 0,1 0 0,1 0 0,1 1 0,0 1 0,2-1 0,1 1 0,1 0 0,1 1 0,-1 29 0,-5 41 0,-14 236 0,22-257 0,1-27 0,7 92 0,-1-121 0,1 0 0,0-1 0,1 1 0,1-1 0,0-1 0,1 1 0,1-1 0,1-1 0,19 23 0,29 45 0,25 74-1365,-64-110-5461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20:23:44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24575,'44'3'0,"0"2"0,0 1 0,-1 2 0,0 3 0,0 1 0,-1 2 0,41 19 0,-61-23 0,0 1 0,0 1 0,-2 1 0,1 1 0,-2 1 0,0 0 0,0 1 0,23 28 0,-31-31 0,0 2 0,0-1 0,-2 1 0,0 1 0,-1-1 0,0 2 0,-1-1 0,-1 1 0,-1 0 0,0 0 0,-1 1 0,2 22 0,-2 47 0,-9 91 0,0-48 0,3-90-273,-1-1 0,-1 1 0,-3-1 0,-17 60 0,10-59-6553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20:23:45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24575,'0'-1'0,"0"-1"0,0 1 0,1 0 0,-1 0 0,0 0 0,1 0 0,-1 0 0,1 0 0,-1 0 0,1 0 0,0 0 0,-1 0 0,1 0 0,0 0 0,0 1 0,0-1 0,0 0 0,-1 0 0,1 1 0,0-1 0,0 1 0,0-1 0,0 1 0,1-1 0,-1 1 0,2-1 0,35-7 0,-32 7 0,14 0 0,0 0 0,-1 1 0,1 2 0,0 0 0,-1 0 0,1 2 0,-1 1 0,0 0 0,-1 1 0,1 1 0,32 18 0,-22-10 0,-1 2 0,-1 1 0,-1 1 0,0 1 0,-1 1 0,33 38 0,-44-39 0,0 1 0,-1 0 0,-1 1 0,-2 1 0,0 0 0,10 35 0,5 10 0,-11-31 0,-2 0 0,-1 1 0,-2 1 0,-2-1 0,-2 1 0,-1 1 0,-2 51 0,-5-27 0,-4-1 0,-1 1 0,-31 107 0,27-121-9,8-29-443,-2 0 0,-13 35 0,-2-15-6374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21:04:51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1 24575,'-1'6'0,"1"-1"0,-2 1 0,1 0 0,0 0 0,-1-1 0,-3 7 0,-4 15 0,-10 38 0,-45 99 0,38-105 0,4 1 0,-17 66 0,28-69 0,3 0 0,-3 85 0,15 118 0,0-91 0,-5 56 0,5 197 0,-2-394 0,2 0 0,1-1 0,2 0 0,0 0 0,1-1 0,2 1 0,1-2 0,24 43 0,14 8 0,77 96 0,-32-48 0,-53-66 0,198 265 0,-176-246 0,145 136 0,-201-206 0,7 5 0,-1 0 0,1-1 0,21 11 0,-32-20 0,0 0 0,0 0 0,0-1 0,1 1 0,-1-1 0,1 0 0,-1 0 0,1 0 0,-1 0 0,1-1 0,-1 0 0,1 1 0,0-1 0,-1-1 0,1 1 0,-1 0 0,1-1 0,0 0 0,-1 1 0,1-2 0,-1 1 0,0 0 0,4-2 0,-3-1-170,1 1-1,-1-1 0,0 1 1,0-1-1,-1-1 0,1 1 1,2-5-1,21-38-6655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21:04:52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0 24575,'-3'1'0,"-1"0"0,1 0 0,0 0 0,-1 1 0,1-1 0,0 1 0,0 0 0,0 0 0,0 0 0,0 0 0,0 0 0,-3 5 0,-1-1 0,-3 4 0,0 0 0,1 1 0,0 1 0,1-1 0,0 1 0,1 1 0,1-1 0,-10 25 0,-1 10 0,-11 55 0,14-40 0,3 1 0,-4 115 0,18 131 0,1-118 0,-6 27 0,6 204 0,-1-394 0,2 0 0,1-1 0,0 1 0,3-1 0,0-1 0,1 0 0,2 0 0,0-1 0,21 29 0,-2-7 0,3-1 0,2-2 0,63 60 0,175 145 0,-166-151-1365,-61-63-5461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21:04:54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24575,'19'0'0,"-1"0"0,1 1 0,-1 2 0,1 0 0,-1 0 0,0 2 0,0 0 0,-1 1 0,0 1 0,0 1 0,0 0 0,23 16 0,-14-5 0,-1 1 0,-1 0 0,-1 2 0,0 1 0,-2 1 0,-1 0 0,-1 2 0,-1 0 0,14 29 0,13 36 0,51 143 0,-50-115 0,-31-77 0,-2 1 0,-1 1 0,-3 0 0,6 60 0,-2 182 0,1 6 0,17 718 0,-32-736 0,1-238-682,-10 64-1,-1-43-6143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21:04:55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24575,'0'13'0,"2"0"0,-1 0 0,2 0 0,0 0 0,0 0 0,1-1 0,1 0 0,12 23 0,6 6 0,34 44 0,-11-19 0,-19-24 0,141 241 0,-145-239 0,-3 1 0,-2 1 0,-1 1 0,16 83 0,-5 52 0,6 264 0,-33 192 0,-5-273 0,4 112 0,-1-450 0,-2 0 0,0-1 0,-2 1 0,-1-1 0,-12 35 0,-58 125 0,58-145 0,5-12 0,0 0 0,-2-2 0,-1 1 0,-23 29 0,39-57 1,-1 1 0,1 0 1,0-1-1,-1 1 0,1 0 0,-1-1 0,1 1 0,-1-1 0,1 1 0,-1-1 0,0 1 0,1-1 0,-1 1 0,0-1 1,1 0-1,-1 1 0,0-1 0,1 0 0,-1 1 0,0-1 0,1 0 0,-1 0 0,0 0 0,0 0 0,0 0 1,1 0-1,-1 0 0,0 0 0,0 0 0,1 0 0,-1 0 0,0 0 0,0-1 0,-11-21-1403,4-16-5424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16E18-ECB3-4D11-9D93-32BD5E7D2C0D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239AD-B285-4E39-843A-FE0B975BF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04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239AD-B285-4E39-843A-FE0B975BFA2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65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239AD-B285-4E39-843A-FE0B975BFA2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429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D039AA-5A2B-9E70-0ECF-FC6DFE44C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FF6CF98-ED2D-7157-1CBF-114DF7713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C2AB715-225F-A41D-931A-76A490578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40765-2E74-4365-8339-67F19B43416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A7FFEA1-8362-4D6E-7B51-BDF226A53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1D0D1CC-DB35-7AF2-F5CB-F2376EC5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E582B-58D2-4078-A8A9-9F13A82F1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707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E06667-74D3-6622-22B7-7BE9A6F1F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D3FF0F0-7563-B988-314C-B44F32424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7C02F4B-8CFF-FF66-2686-E55EC7BBA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40765-2E74-4365-8339-67F19B43416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61B9F9B-B643-EAE6-D49D-E044B2AA4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F7BD02E-999A-6E56-789F-329920B26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E582B-58D2-4078-A8A9-9F13A82F1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027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9B81D48-7173-7BE1-49CA-9FB542D3F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A4CB333-414F-D9BF-990B-2E5CFC02E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D61F662-2BC4-6BA0-14DD-8B17B9D18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40765-2E74-4365-8339-67F19B43416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7B3D516-9031-6660-A6D4-ACDF1DAD6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C619373-98BA-BCC8-FD77-F72C1DAF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E582B-58D2-4078-A8A9-9F13A82F1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09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F289FB-805A-95A7-1037-FE5E04D1D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867BE04-C1FC-C4F2-870D-B299F3B4AD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7902374-A096-A316-AD00-67344BF9C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21BAABA-A714-AED4-67D3-EF6C8B486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40765-2E74-4365-8339-67F19B43416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68CE2E5-6657-BE48-21B7-15182D32A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85046A4-4880-3516-29A5-75B81E7C8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E582B-58D2-4078-A8A9-9F13A82F1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034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227DAB5-40D5-DCCA-F6BF-62A761549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7C2CB4D-369B-B2F9-08BC-4CCAE09CF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3E020FD-01DC-C940-390C-B495DDBFF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1EA24F6-BF04-9AA8-FA6D-569BF1F984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CF5EC9AF-0A92-727F-3A87-3B0FA42E6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A1C9046E-9CD5-3D07-E7B3-92B7B4155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40765-2E74-4365-8339-67F19B43416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A1A85B75-8300-B265-274A-70A31CCF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95B372DF-B832-9AD4-920D-C771BEEBD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E582B-58D2-4078-A8A9-9F13A82F1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879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2E6446-8507-4094-BA2B-83470E430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123D2D0B-D3FA-09E8-00F6-676D58614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40765-2E74-4365-8339-67F19B43416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98B5067-58ED-439D-AC8C-F9A72A1A8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57DD0F0-D49E-CCED-C6C3-0CFAB73AB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E582B-58D2-4078-A8A9-9F13A82F1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21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D7FE023-90E0-AA51-C06A-15CC012DE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40765-2E74-4365-8339-67F19B43416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1A1DDB67-6E2B-0307-1271-8BD3A13E0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92C2BFA-B01B-561B-CAB1-B12C91E0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E582B-58D2-4078-A8A9-9F13A82F1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89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F88290-B5A3-A377-8953-73910E6ED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8D4F116-6F59-A9F4-C126-846408BC3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E5EAEC5-1552-F7FD-C463-149954ACA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22720CD-8279-B935-B0DE-F501EE176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40765-2E74-4365-8339-67F19B43416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F117342-09FE-0150-D5F6-D8D21569E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7529C1E-B7C3-C2DF-400A-4F69A2E10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E582B-58D2-4078-A8A9-9F13A82F1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3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0D4A687-3233-B7F6-E18E-3E84B25F8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35E0050D-A61C-0A13-3298-F1DA7CF1DD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2EE0C64-EC00-2B57-8410-C96A36946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F69DF15-6834-B32E-C09F-ED5864618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40765-2E74-4365-8339-67F19B43416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FB38FC5-8EA3-7AC2-B260-9916E48EE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A3C425D-6E15-76EE-C9C6-9ABAE975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E582B-58D2-4078-A8A9-9F13A82F1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64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92FA93-DD2E-8E8A-1A4C-FB3151A1F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65B59EC-6805-F15E-821D-8F324A44B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38157CB-F222-4532-9AA3-813A078A8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40765-2E74-4365-8339-67F19B43416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E638C06-275C-8DEE-ECCB-16B9F2F96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B72E25A-7783-51D0-05EF-E9B120EE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E582B-58D2-4078-A8A9-9F13A82F1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7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972A7E56-B6B0-0E46-30D2-AB5D51B397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3466BD5-526B-AD87-AD4F-655C98DA21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0C54B53-AA02-EE16-5637-8F63BFC9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40765-2E74-4365-8339-67F19B43416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5D2822D-F8B7-CB9C-8B64-2D1CEF7EF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89DD7BE-6F96-8029-4A26-2AEA67BF0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E582B-58D2-4078-A8A9-9F13A82F1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864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9D318D6A-41C7-E519-F5C9-D0629F33F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78679A2-9F52-A753-104E-92FF2D1EF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6A0E354-C191-3336-BE10-3B79B075DC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440765-2E74-4365-8339-67F19B43416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78B1389-F7A4-CE3F-C651-AE6915BE9C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CCB3B78-9725-DC27-4EC6-F7D73D49D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E582B-58D2-4078-A8A9-9F13A82F1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60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media" Target="../media/media2.m4a"/><Relationship Id="rId7" Type="http://schemas.openxmlformats.org/officeDocument/2006/relationships/image" Target="../media/image4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audio" Target="../media/media2.m4a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2.png"/><Relationship Id="rId5" Type="http://schemas.openxmlformats.org/officeDocument/2006/relationships/customXml" Target="../ink/ink2.xml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12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5" Type="http://schemas.openxmlformats.org/officeDocument/2006/relationships/customXml" Target="../ink/ink6.xml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customXml" Target="../ink/ink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image" Target="../media/image19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0" Type="http://schemas.openxmlformats.org/officeDocument/2006/relationships/customXml" Target="../ink/ink12.xml"/><Relationship Id="rId4" Type="http://schemas.openxmlformats.org/officeDocument/2006/relationships/customXml" Target="../ink/ink9.xml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13" Type="http://schemas.openxmlformats.org/officeDocument/2006/relationships/image" Target="../media/image20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11" Type="http://schemas.openxmlformats.org/officeDocument/2006/relationships/image" Target="../media/image30.png"/><Relationship Id="rId5" Type="http://schemas.openxmlformats.org/officeDocument/2006/relationships/image" Target="../media/image27.png"/><Relationship Id="rId10" Type="http://schemas.openxmlformats.org/officeDocument/2006/relationships/customXml" Target="../ink/ink16.xml"/><Relationship Id="rId4" Type="http://schemas.openxmlformats.org/officeDocument/2006/relationships/customXml" Target="../ink/ink13.xml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customXml" Target="../ink/ink18.xml"/><Relationship Id="rId10" Type="http://schemas.openxmlformats.org/officeDocument/2006/relationships/image" Target="../media/image36.png"/><Relationship Id="rId4" Type="http://schemas.openxmlformats.org/officeDocument/2006/relationships/image" Target="../media/image33.png"/><Relationship Id="rId9" Type="http://schemas.openxmlformats.org/officeDocument/2006/relationships/customXml" Target="../ink/ink2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customXml" Target="../ink/ink22.xml"/><Relationship Id="rId10" Type="http://schemas.openxmlformats.org/officeDocument/2006/relationships/image" Target="../media/image36.png"/><Relationship Id="rId4" Type="http://schemas.openxmlformats.org/officeDocument/2006/relationships/image" Target="../media/image33.png"/><Relationship Id="rId9" Type="http://schemas.openxmlformats.org/officeDocument/2006/relationships/customXml" Target="../ink/ink2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customXml" Target="../ink/ink25.xml"/><Relationship Id="rId7" Type="http://schemas.openxmlformats.org/officeDocument/2006/relationships/customXml" Target="../ink/ink27.xml"/><Relationship Id="rId12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7.png"/><Relationship Id="rId5" Type="http://schemas.openxmlformats.org/officeDocument/2006/relationships/customXml" Target="../ink/ink26.xml"/><Relationship Id="rId10" Type="http://schemas.openxmlformats.org/officeDocument/2006/relationships/image" Target="../media/image36.png"/><Relationship Id="rId4" Type="http://schemas.openxmlformats.org/officeDocument/2006/relationships/image" Target="../media/image33.png"/><Relationship Id="rId9" Type="http://schemas.openxmlformats.org/officeDocument/2006/relationships/customXml" Target="../ink/ink2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customXml" Target="../ink/ink29.xml"/><Relationship Id="rId7" Type="http://schemas.openxmlformats.org/officeDocument/2006/relationships/customXml" Target="../ink/ink31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4.png"/><Relationship Id="rId5" Type="http://schemas.openxmlformats.org/officeDocument/2006/relationships/customXml" Target="../ink/ink30.xml"/><Relationship Id="rId10" Type="http://schemas.openxmlformats.org/officeDocument/2006/relationships/image" Target="../media/image43.png"/><Relationship Id="rId4" Type="http://schemas.openxmlformats.org/officeDocument/2006/relationships/image" Target="../media/image40.png"/><Relationship Id="rId9" Type="http://schemas.openxmlformats.org/officeDocument/2006/relationships/customXml" Target="../ink/ink3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customXml" Target="../ink/ink33.xml"/><Relationship Id="rId7" Type="http://schemas.openxmlformats.org/officeDocument/2006/relationships/customXml" Target="../ink/ink35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customXml" Target="../ink/ink34.xml"/><Relationship Id="rId10" Type="http://schemas.openxmlformats.org/officeDocument/2006/relationships/image" Target="../media/image50.png"/><Relationship Id="rId4" Type="http://schemas.openxmlformats.org/officeDocument/2006/relationships/image" Target="../media/image47.png"/><Relationship Id="rId9" Type="http://schemas.openxmlformats.org/officeDocument/2006/relationships/customXml" Target="../ink/ink3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57.png"/><Relationship Id="rId7" Type="http://schemas.openxmlformats.org/officeDocument/2006/relationships/image" Target="../media/image5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8.png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customXml" Target="../ink/ink37.xml"/><Relationship Id="rId7" Type="http://schemas.openxmlformats.org/officeDocument/2006/relationships/customXml" Target="../ink/ink39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customXml" Target="../ink/ink38.xml"/><Relationship Id="rId10" Type="http://schemas.openxmlformats.org/officeDocument/2006/relationships/image" Target="../media/image63.png"/><Relationship Id="rId4" Type="http://schemas.openxmlformats.org/officeDocument/2006/relationships/image" Target="../media/image60.png"/><Relationship Id="rId9" Type="http://schemas.openxmlformats.org/officeDocument/2006/relationships/customXml" Target="../ink/ink4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 5">
            <a:extLst>
              <a:ext uri="{FF2B5EF4-FFF2-40B4-BE49-F238E27FC236}">
                <a16:creationId xmlns:a16="http://schemas.microsoft.com/office/drawing/2014/main" id="{B3BC4279-47D1-2C50-1269-E2EF95F875CE}"/>
              </a:ext>
            </a:extLst>
          </p:cNvPr>
          <p:cNvSpPr/>
          <p:nvPr/>
        </p:nvSpPr>
        <p:spPr>
          <a:xfrm>
            <a:off x="-2552700" y="-2324100"/>
            <a:ext cx="20535900" cy="120976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14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45030-4257-0FF2-4B2F-72E786BB9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Kép 11">
            <a:extLst>
              <a:ext uri="{FF2B5EF4-FFF2-40B4-BE49-F238E27FC236}">
                <a16:creationId xmlns:a16="http://schemas.microsoft.com/office/drawing/2014/main" id="{1725DCF1-4AFD-1516-D28B-83C4BBBB9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053948" y="-13411200"/>
            <a:ext cx="39718843" cy="22341847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5EC91FA9-5422-B2B7-9A72-524F3D619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67818">
            <a:off x="18864948" y="-3060176"/>
            <a:ext cx="1326769" cy="442257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50C3DB13-66B5-C83D-E719-B339BC42C7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449159">
            <a:off x="-2322086" y="-1867217"/>
            <a:ext cx="1421926" cy="473975"/>
          </a:xfrm>
          <a:prstGeom prst="rect">
            <a:avLst/>
          </a:prstGeom>
        </p:spPr>
      </p:pic>
      <p:pic>
        <p:nvPicPr>
          <p:cNvPr id="25" name="Kép 24">
            <a:extLst>
              <a:ext uri="{FF2B5EF4-FFF2-40B4-BE49-F238E27FC236}">
                <a16:creationId xmlns:a16="http://schemas.microsoft.com/office/drawing/2014/main" id="{DC31E547-3B1B-6873-DEDE-E1EE2865D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67818">
            <a:off x="18864949" y="690831"/>
            <a:ext cx="1326769" cy="442257"/>
          </a:xfrm>
          <a:prstGeom prst="rect">
            <a:avLst/>
          </a:prstGeom>
        </p:spPr>
      </p:pic>
      <p:pic>
        <p:nvPicPr>
          <p:cNvPr id="26" name="Kép 25">
            <a:extLst>
              <a:ext uri="{FF2B5EF4-FFF2-40B4-BE49-F238E27FC236}">
                <a16:creationId xmlns:a16="http://schemas.microsoft.com/office/drawing/2014/main" id="{16BBA994-067F-CE88-F364-37A103D8A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67818">
            <a:off x="19017348" y="-2907776"/>
            <a:ext cx="1326769" cy="442257"/>
          </a:xfrm>
          <a:prstGeom prst="rect">
            <a:avLst/>
          </a:prstGeom>
        </p:spPr>
      </p:pic>
      <p:pic>
        <p:nvPicPr>
          <p:cNvPr id="27" name="Kép 26">
            <a:extLst>
              <a:ext uri="{FF2B5EF4-FFF2-40B4-BE49-F238E27FC236}">
                <a16:creationId xmlns:a16="http://schemas.microsoft.com/office/drawing/2014/main" id="{0335E01C-7B04-D752-F248-874539C21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767822">
            <a:off x="-1362183" y="-3802292"/>
            <a:ext cx="1326769" cy="442257"/>
          </a:xfrm>
          <a:prstGeom prst="rect">
            <a:avLst/>
          </a:prstGeom>
        </p:spPr>
      </p:pic>
      <p:pic>
        <p:nvPicPr>
          <p:cNvPr id="34" name="Kép 33">
            <a:extLst>
              <a:ext uri="{FF2B5EF4-FFF2-40B4-BE49-F238E27FC236}">
                <a16:creationId xmlns:a16="http://schemas.microsoft.com/office/drawing/2014/main" id="{B544A3DD-DDC7-3A0E-99E3-24FDCB401C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493630">
            <a:off x="-4912885" y="10248582"/>
            <a:ext cx="1421926" cy="473975"/>
          </a:xfrm>
          <a:prstGeom prst="rect">
            <a:avLst/>
          </a:prstGeom>
        </p:spPr>
      </p:pic>
      <p:sp>
        <p:nvSpPr>
          <p:cNvPr id="35" name="Téglalap 34">
            <a:extLst>
              <a:ext uri="{FF2B5EF4-FFF2-40B4-BE49-F238E27FC236}">
                <a16:creationId xmlns:a16="http://schemas.microsoft.com/office/drawing/2014/main" id="{1862FB4A-AC96-39D7-C96C-504E535B0146}"/>
              </a:ext>
            </a:extLst>
          </p:cNvPr>
          <p:cNvSpPr/>
          <p:nvPr/>
        </p:nvSpPr>
        <p:spPr>
          <a:xfrm>
            <a:off x="-7197656" y="-5519070"/>
            <a:ext cx="22946094" cy="155266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églalap 36">
            <a:extLst>
              <a:ext uri="{FF2B5EF4-FFF2-40B4-BE49-F238E27FC236}">
                <a16:creationId xmlns:a16="http://schemas.microsoft.com/office/drawing/2014/main" id="{45E6C802-A3D9-0777-966D-352CCD5E5EAF}"/>
              </a:ext>
            </a:extLst>
          </p:cNvPr>
          <p:cNvSpPr/>
          <p:nvPr/>
        </p:nvSpPr>
        <p:spPr>
          <a:xfrm>
            <a:off x="87812" y="260479"/>
            <a:ext cx="12016376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u-HU" sz="9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 </a:t>
            </a:r>
            <a:r>
              <a:rPr lang="hu-HU" sz="9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határ a csillagos ég!</a:t>
            </a:r>
            <a:endParaRPr lang="hu-HU" sz="9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9" name="Téglalap 38">
            <a:extLst>
              <a:ext uri="{FF2B5EF4-FFF2-40B4-BE49-F238E27FC236}">
                <a16:creationId xmlns:a16="http://schemas.microsoft.com/office/drawing/2014/main" id="{5D642CFB-D51D-E1E0-1CE7-0758E2127E39}"/>
              </a:ext>
            </a:extLst>
          </p:cNvPr>
          <p:cNvSpPr/>
          <p:nvPr/>
        </p:nvSpPr>
        <p:spPr>
          <a:xfrm>
            <a:off x="87812" y="2439739"/>
            <a:ext cx="1201637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u-HU" sz="7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Vagy mégsem…?</a:t>
            </a:r>
          </a:p>
        </p:txBody>
      </p:sp>
    </p:spTree>
    <p:extLst>
      <p:ext uri="{BB962C8B-B14F-4D97-AF65-F5344CB8AC3E}">
        <p14:creationId xmlns:p14="http://schemas.microsoft.com/office/powerpoint/2010/main" val="65519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786 3.7037E-7 C 0.18997 3.7037E-7 0.28073 0.16227 0.28073 0.36181 C 0.28073 0.56157 0.18997 0.72384 0.07786 0.72384 C -0.03412 0.72384 -0.125 0.56157 -0.125 0.36181 C -0.125 0.16227 -0.03412 3.7037E-7 0.07786 3.7037E-7 Z " pathEditMode="relative" rAng="0" ptsTypes="AAAAA">
                                      <p:cBhvr>
                                        <p:cTn id="6" dur="6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18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2.70833E-6 -1.11111E-6 L -2.23398 1.8953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706" y="9476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accel="50000" decel="5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1.43972 -1.34005 L 1.40716 1.54004 " pathEditMode="relative" rAng="0" ptsTypes="AA">
                                      <p:cBhvr>
                                        <p:cTn id="10" dur="3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344" y="144005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1.20769 -0.74954 L -2.19479 1.3488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130" y="10490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78151 -0.08634 L -3.01549 1.80903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693" y="9476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indefinite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1.66667E-6 2.22222E-6 L 1.38229 2.55185 " pathEditMode="relative" rAng="0" ptsTypes="AA">
                                      <p:cBhvr>
                                        <p:cTn id="16" dur="5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115" y="127593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repeatCount="indefinite" accel="50000" decel="5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028 -0.1338 L 1.63529 -1.3319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250" y="-59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8467D1-DDDC-15ED-02D4-60CDC9434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5C4D8CA7-E3C2-09B9-4C12-B4038F122D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6" name="Star Wars Intro HD 1080p">
            <a:hlinkClick r:id="" action="ppaction://media"/>
            <a:extLst>
              <a:ext uri="{FF2B5EF4-FFF2-40B4-BE49-F238E27FC236}">
                <a16:creationId xmlns:a16="http://schemas.microsoft.com/office/drawing/2014/main" id="{5786EBD9-7130-0A72-8E92-F5A9654E4B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2746375" y="7156450"/>
            <a:ext cx="609600" cy="609600"/>
          </a:xfrm>
          <a:prstGeom prst="rect">
            <a:avLst/>
          </a:prstGeom>
        </p:spPr>
      </p:pic>
      <p:sp>
        <p:nvSpPr>
          <p:cNvPr id="12" name="Téglalap 11">
            <a:extLst>
              <a:ext uri="{FF2B5EF4-FFF2-40B4-BE49-F238E27FC236}">
                <a16:creationId xmlns:a16="http://schemas.microsoft.com/office/drawing/2014/main" id="{EEBE00C3-BB66-9A0C-DD0D-1485D52BB586}"/>
              </a:ext>
            </a:extLst>
          </p:cNvPr>
          <p:cNvSpPr/>
          <p:nvPr/>
        </p:nvSpPr>
        <p:spPr>
          <a:xfrm>
            <a:off x="1469231" y="7297162"/>
            <a:ext cx="9253535" cy="1615827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Réges-régen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,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egy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messzi-messzi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galaxisban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…</a:t>
            </a:r>
          </a:p>
          <a:p>
            <a:pPr algn="ctr"/>
            <a:r>
              <a:rPr lang="en-US" sz="3600" dirty="0">
                <a:ln>
                  <a:solidFill>
                    <a:schemeClr val="accent2"/>
                  </a:solidFill>
                </a:ln>
              </a:rPr>
              <a:t>A Föld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nevű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bolygón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békében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és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boldogságban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éltek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az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emberek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.</a:t>
            </a:r>
          </a:p>
          <a:p>
            <a:pPr algn="ctr"/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Ám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egy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sorsfordító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napon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egy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hatalmas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erejű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tanár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bejelentette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:</a:t>
            </a:r>
            <a:endParaRPr lang="hu-HU" sz="3600" dirty="0">
              <a:ln>
                <a:solidFill>
                  <a:schemeClr val="accent2"/>
                </a:solidFill>
              </a:ln>
            </a:endParaRPr>
          </a:p>
          <a:p>
            <a:pPr algn="ctr"/>
            <a:endParaRPr lang="en-US" sz="3600" dirty="0">
              <a:ln>
                <a:solidFill>
                  <a:schemeClr val="accent2"/>
                </a:solidFill>
              </a:ln>
            </a:endParaRPr>
          </a:p>
          <a:p>
            <a:pPr algn="ctr"/>
            <a:r>
              <a:rPr lang="en-US" sz="3600" b="1" dirty="0">
                <a:ln>
                  <a:solidFill>
                    <a:schemeClr val="accent2"/>
                  </a:solidFill>
                </a:ln>
              </a:rPr>
              <a:t>CS</a:t>
            </a:r>
            <a:r>
              <a:rPr lang="hu-HU" sz="3600" b="1" dirty="0">
                <a:ln>
                  <a:solidFill>
                    <a:schemeClr val="accent2"/>
                  </a:solidFill>
                </a:ln>
              </a:rPr>
              <a:t>O</a:t>
            </a:r>
            <a:r>
              <a:rPr lang="en-US" sz="3600" b="1" dirty="0">
                <a:ln>
                  <a:solidFill>
                    <a:schemeClr val="accent2"/>
                  </a:solidFill>
                </a:ln>
              </a:rPr>
              <a:t>P</a:t>
            </a:r>
            <a:r>
              <a:rPr lang="hu-HU" sz="3600" b="1" dirty="0">
                <a:ln>
                  <a:solidFill>
                    <a:schemeClr val="accent2"/>
                  </a:solidFill>
                </a:ln>
              </a:rPr>
              <a:t>OR</a:t>
            </a:r>
            <a:r>
              <a:rPr lang="en-US" sz="3600" b="1" dirty="0">
                <a:ln>
                  <a:solidFill>
                    <a:schemeClr val="accent2"/>
                  </a:solidFill>
                </a:ln>
              </a:rPr>
              <a:t>TPROJEKTET KELL KÉSZÍTENI!</a:t>
            </a:r>
            <a:endParaRPr lang="hu-HU" sz="3600" b="1" dirty="0">
              <a:ln>
                <a:solidFill>
                  <a:schemeClr val="accent2"/>
                </a:solidFill>
              </a:ln>
            </a:endParaRPr>
          </a:p>
          <a:p>
            <a:pPr algn="ctr"/>
            <a:endParaRPr lang="en-US" sz="3600" dirty="0">
              <a:ln>
                <a:solidFill>
                  <a:schemeClr val="accent2"/>
                </a:solidFill>
              </a:ln>
            </a:endParaRPr>
          </a:p>
          <a:p>
            <a:pPr algn="ctr"/>
            <a:r>
              <a:rPr lang="en-US" sz="3600" dirty="0">
                <a:ln>
                  <a:solidFill>
                    <a:schemeClr val="accent2"/>
                  </a:solidFill>
                </a:ln>
              </a:rPr>
              <a:t>A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galaxis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békéje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megingott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…</a:t>
            </a:r>
            <a:endParaRPr lang="hu-HU" sz="3600" dirty="0">
              <a:ln>
                <a:solidFill>
                  <a:schemeClr val="accent2"/>
                </a:solidFill>
              </a:ln>
            </a:endParaRPr>
          </a:p>
          <a:p>
            <a:pPr algn="ctr"/>
            <a:endParaRPr lang="en-US" sz="3600" dirty="0">
              <a:ln>
                <a:solidFill>
                  <a:schemeClr val="accent2"/>
                </a:solidFill>
              </a:ln>
            </a:endParaRPr>
          </a:p>
          <a:p>
            <a:pPr algn="ctr"/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Négy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bátor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fiatal</a:t>
            </a:r>
            <a:r>
              <a:rPr lang="hu-HU" sz="3600" b="1" dirty="0">
                <a:ln>
                  <a:solidFill>
                    <a:schemeClr val="accent2"/>
                  </a:solidFill>
                </a:ln>
              </a:rPr>
              <a:t>:</a:t>
            </a:r>
            <a:r>
              <a:rPr lang="en-US" sz="3600" b="1" dirty="0">
                <a:ln>
                  <a:solidFill>
                    <a:schemeClr val="accent2"/>
                  </a:solidFill>
                </a:ln>
              </a:rPr>
              <a:t> András</a:t>
            </a:r>
            <a:r>
              <a:rPr lang="hu-HU" sz="3600" b="1" dirty="0">
                <a:ln>
                  <a:solidFill>
                    <a:schemeClr val="accent2"/>
                  </a:solidFill>
                </a:ln>
              </a:rPr>
              <a:t>, </a:t>
            </a:r>
            <a:r>
              <a:rPr lang="en-US" sz="3600" b="1" dirty="0">
                <a:ln>
                  <a:solidFill>
                    <a:schemeClr val="accent2"/>
                  </a:solidFill>
                </a:ln>
              </a:rPr>
              <a:t>Ágnes</a:t>
            </a:r>
            <a:r>
              <a:rPr lang="hu-HU" sz="3600" b="1" dirty="0">
                <a:ln>
                  <a:solidFill>
                    <a:schemeClr val="accent2"/>
                  </a:solidFill>
                </a:ln>
              </a:rPr>
              <a:t>, </a:t>
            </a:r>
            <a:r>
              <a:rPr lang="en-US" sz="3600" b="1" dirty="0">
                <a:ln>
                  <a:solidFill>
                    <a:schemeClr val="accent2"/>
                  </a:solidFill>
                </a:ln>
              </a:rPr>
              <a:t>Dávid </a:t>
            </a:r>
            <a:r>
              <a:rPr lang="en-US" sz="3600" b="1" dirty="0" err="1">
                <a:ln>
                  <a:solidFill>
                    <a:schemeClr val="accent2"/>
                  </a:solidFill>
                </a:ln>
              </a:rPr>
              <a:t>és</a:t>
            </a:r>
            <a:r>
              <a:rPr lang="hu-HU" sz="3600" b="1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b="1" dirty="0">
                <a:ln>
                  <a:solidFill>
                    <a:schemeClr val="accent2"/>
                  </a:solidFill>
                </a:ln>
              </a:rPr>
              <a:t>Rebeka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szövetséget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kötött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,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hogy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szembenézzenek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az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előttük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álló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megpróbál</a:t>
            </a:r>
            <a:r>
              <a:rPr lang="hu-HU" sz="3600" dirty="0" err="1">
                <a:ln>
                  <a:solidFill>
                    <a:schemeClr val="accent2"/>
                  </a:solidFill>
                </a:ln>
              </a:rPr>
              <a:t>kozta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tásokkal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.</a:t>
            </a:r>
          </a:p>
          <a:p>
            <a:pPr algn="ctr"/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Küldetésük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nem volt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egyszerű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: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megalkotni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egy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rendszert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,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amelynek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segítségével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az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emberiség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a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csillagok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között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utazhat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.</a:t>
            </a:r>
          </a:p>
          <a:p>
            <a:pPr algn="ctr"/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Ám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útjukat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számtalan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veszély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fenyegette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…</a:t>
            </a:r>
          </a:p>
          <a:p>
            <a:pPr algn="ctr"/>
            <a:r>
              <a:rPr lang="en-US" sz="3600" dirty="0">
                <a:ln>
                  <a:solidFill>
                    <a:schemeClr val="accent2"/>
                  </a:solidFill>
                </a:ln>
              </a:rPr>
              <a:t>A </a:t>
            </a:r>
            <a:r>
              <a:rPr lang="en-US" sz="3600" b="1" dirty="0">
                <a:ln>
                  <a:solidFill>
                    <a:schemeClr val="accent2"/>
                  </a:solidFill>
                </a:ln>
              </a:rPr>
              <a:t>COMMITOK HÁBORÚJA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, a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rettegett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b="1" dirty="0">
                <a:ln>
                  <a:solidFill>
                    <a:schemeClr val="accent2"/>
                  </a:solidFill>
                </a:ln>
              </a:rPr>
              <a:t>MERGE CONFLICTOK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és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a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végtelen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b="1" dirty="0">
                <a:ln>
                  <a:solidFill>
                    <a:schemeClr val="accent2"/>
                  </a:solidFill>
                </a:ln>
              </a:rPr>
              <a:t>TRELLO-KÁRTYÁK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mind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próbára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tették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elszántságukat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.</a:t>
            </a:r>
          </a:p>
          <a:p>
            <a:pPr algn="ctr"/>
            <a:r>
              <a:rPr lang="en-US" sz="3600" dirty="0">
                <a:ln>
                  <a:solidFill>
                    <a:schemeClr val="accent2"/>
                  </a:solidFill>
                </a:ln>
              </a:rPr>
              <a:t>De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hőseink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nem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hátráltak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meg!</a:t>
            </a:r>
          </a:p>
          <a:p>
            <a:pPr algn="ctr"/>
            <a:r>
              <a:rPr lang="en-US" sz="3600" dirty="0">
                <a:ln>
                  <a:solidFill>
                    <a:schemeClr val="accent2"/>
                  </a:solidFill>
                </a:ln>
              </a:rPr>
              <a:t>A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heti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meetingek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erejével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, a GitHub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hatalmával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és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némi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koffein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segítségével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együtt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küzdötték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le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az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akadályokat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.</a:t>
            </a:r>
          </a:p>
          <a:p>
            <a:pPr algn="ctr"/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És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bár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a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végső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csata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még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 </a:t>
            </a:r>
            <a:r>
              <a:rPr lang="en-US" sz="3600" dirty="0" err="1">
                <a:ln>
                  <a:solidFill>
                    <a:schemeClr val="accent2"/>
                  </a:solidFill>
                </a:ln>
              </a:rPr>
              <a:t>hátravan</a:t>
            </a:r>
            <a:r>
              <a:rPr lang="en-US" sz="3600" dirty="0">
                <a:ln>
                  <a:solidFill>
                    <a:schemeClr val="accent2"/>
                  </a:solidFill>
                </a:ln>
              </a:rPr>
              <a:t>…</a:t>
            </a:r>
          </a:p>
          <a:p>
            <a:pPr algn="ctr"/>
            <a:r>
              <a:rPr lang="en-US" sz="3600" b="1" dirty="0">
                <a:ln>
                  <a:solidFill>
                    <a:schemeClr val="accent2"/>
                  </a:solidFill>
                </a:ln>
              </a:rPr>
              <a:t>A CSILLAGKÖZI LÉGITÁRSASÁG FELEMELKEDÉSE MEGKEZDŐDÖTT!</a:t>
            </a:r>
            <a:br>
              <a:rPr lang="hu-HU" sz="3600" b="1" cap="none" spc="0" dirty="0">
                <a:ln w="22225">
                  <a:solidFill>
                    <a:schemeClr val="accent2"/>
                  </a:solidFill>
                  <a:prstDash val="solid"/>
                </a:ln>
                <a:noFill/>
                <a:effectLst/>
              </a:rPr>
            </a:br>
            <a:endParaRPr lang="hu-HU" sz="3600" b="1" cap="none" spc="0" dirty="0">
              <a:ln w="22225">
                <a:solidFill>
                  <a:schemeClr val="accent2"/>
                </a:solidFill>
                <a:prstDash val="solid"/>
              </a:ln>
              <a:noFill/>
              <a:effectLst/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C43BCEC8-0445-B452-5FAE-F556C06DC42B}"/>
              </a:ext>
            </a:extLst>
          </p:cNvPr>
          <p:cNvSpPr txBox="1"/>
          <p:nvPr/>
        </p:nvSpPr>
        <p:spPr>
          <a:xfrm>
            <a:off x="2738437" y="382012"/>
            <a:ext cx="671512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9600" b="1" cap="none" spc="0" dirty="0">
                <a:ln w="22225">
                  <a:solidFill>
                    <a:schemeClr val="accent2"/>
                  </a:solidFill>
                  <a:prstDash val="solid"/>
                </a:ln>
                <a:noFill/>
                <a:effectLst/>
              </a:rPr>
              <a:t>Csillagközi </a:t>
            </a:r>
            <a:r>
              <a:rPr lang="hu-HU" sz="9600" b="1" dirty="0">
                <a:ln w="22225">
                  <a:solidFill>
                    <a:schemeClr val="accent2"/>
                  </a:solidFill>
                  <a:prstDash val="solid"/>
                </a:ln>
                <a:noFill/>
              </a:rPr>
              <a:t>Légitársaság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A45ED7B4-B774-3A7B-48A9-979F294AC428}"/>
              </a:ext>
            </a:extLst>
          </p:cNvPr>
          <p:cNvSpPr txBox="1"/>
          <p:nvPr/>
        </p:nvSpPr>
        <p:spPr>
          <a:xfrm>
            <a:off x="2181224" y="3343006"/>
            <a:ext cx="78295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36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noFill/>
                <a:effectLst/>
              </a:rPr>
              <a:t>I</a:t>
            </a:r>
            <a:r>
              <a:rPr lang="hu-HU" sz="3600" b="1" dirty="0" err="1">
                <a:ln w="22225">
                  <a:solidFill>
                    <a:schemeClr val="accent2"/>
                  </a:solidFill>
                  <a:prstDash val="solid"/>
                </a:ln>
                <a:noFill/>
              </a:rPr>
              <a:t>.Episód</a:t>
            </a:r>
            <a:endParaRPr lang="hu-HU" sz="3600" b="1" dirty="0">
              <a:ln w="22225">
                <a:solidFill>
                  <a:schemeClr val="accent2"/>
                </a:solidFill>
                <a:prstDash val="solid"/>
              </a:ln>
              <a:noFill/>
            </a:endParaRPr>
          </a:p>
          <a:p>
            <a:pPr algn="ctr"/>
            <a:r>
              <a:rPr lang="en-US" sz="3600" b="1" dirty="0">
                <a:ln>
                  <a:solidFill>
                    <a:schemeClr val="accent2"/>
                  </a:solidFill>
                </a:ln>
              </a:rPr>
              <a:t>A COMMITOK FENYEGETÉSE</a:t>
            </a:r>
            <a:endParaRPr lang="en-US" sz="3600" dirty="0">
              <a:ln>
                <a:solidFill>
                  <a:schemeClr val="accent2"/>
                </a:solidFill>
              </a:ln>
            </a:endParaRPr>
          </a:p>
        </p:txBody>
      </p:sp>
      <p:pic>
        <p:nvPicPr>
          <p:cNvPr id="19" name="Csillagkozi_hangosabb_meg_4x">
            <a:hlinkClick r:id="" action="ppaction://media"/>
            <a:extLst>
              <a:ext uri="{FF2B5EF4-FFF2-40B4-BE49-F238E27FC236}">
                <a16:creationId xmlns:a16="http://schemas.microsoft.com/office/drawing/2014/main" id="{34CF0D23-C999-D97E-F160-26F902AB19F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2746375" y="824547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7436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36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87258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6" presetClass="entr" presetSubtype="2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xit" presetSubtype="32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5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3" presetClass="exit" presetSubtype="32" fill="hold" grpId="1" nodeType="withEffect">
                                  <p:stCondLst>
                                    <p:cond delay="9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path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animMotion origin="layout" path="M 0.01641 -0.1213 L 0.01641 -4.00741 " pathEditMode="relative" rAng="0" ptsTypes="AA">
                                      <p:cBhvr>
                                        <p:cTn id="26" dur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72727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10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  <p:bldLst>
      <p:bldP spid="12" grpId="0"/>
      <p:bldP spid="14" grpId="0" uiExpand="1" build="allAtOnce"/>
      <p:bldP spid="17" grpId="0"/>
      <p:bldP spid="1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A0D7C-219B-91D9-0E9B-164D93B2C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8C25BD23-B217-7A96-E57C-C05261535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9643F9A9-EBBC-FFD3-341C-241CDDCCC1E9}"/>
              </a:ext>
            </a:extLst>
          </p:cNvPr>
          <p:cNvSpPr txBox="1"/>
          <p:nvPr/>
        </p:nvSpPr>
        <p:spPr>
          <a:xfrm>
            <a:off x="254000" y="250279"/>
            <a:ext cx="88773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400" dirty="0">
                <a:solidFill>
                  <a:srgbClr val="00B0F0"/>
                </a:solidFill>
              </a:rPr>
              <a:t>Először is, miről fog szólni az előadás?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E79E9CD-5C0F-6713-3F7A-67734D0E9B31}"/>
              </a:ext>
            </a:extLst>
          </p:cNvPr>
          <p:cNvSpPr txBox="1"/>
          <p:nvPr/>
        </p:nvSpPr>
        <p:spPr>
          <a:xfrm>
            <a:off x="254000" y="1019720"/>
            <a:ext cx="88773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400" dirty="0">
                <a:solidFill>
                  <a:srgbClr val="00B0F0"/>
                </a:solidFill>
              </a:rPr>
              <a:t>Háttérkutatás: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6EE522FB-CED0-47A1-4C85-13E349CBC8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04741"/>
            <a:ext cx="12192000" cy="2848518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7BF93B46-41CA-A5F5-C9DF-1B4716CC0A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243" y="1404440"/>
            <a:ext cx="6373114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17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xit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929E2398-CC0F-8EF5-A8C4-94B9E79A3C1D}"/>
              </a:ext>
            </a:extLst>
          </p:cNvPr>
          <p:cNvGrpSpPr/>
          <p:nvPr/>
        </p:nvGrpSpPr>
        <p:grpSpPr>
          <a:xfrm>
            <a:off x="1225446" y="527711"/>
            <a:ext cx="9741108" cy="999089"/>
            <a:chOff x="1079240" y="540411"/>
            <a:chExt cx="9741108" cy="999089"/>
          </a:xfrm>
        </p:grpSpPr>
        <p:pic>
          <p:nvPicPr>
            <p:cNvPr id="5" name="Kép 4">
              <a:extLst>
                <a:ext uri="{FF2B5EF4-FFF2-40B4-BE49-F238E27FC236}">
                  <a16:creationId xmlns:a16="http://schemas.microsoft.com/office/drawing/2014/main" id="{043CB4EE-D33C-2B98-DE0D-557E71323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9240" y="540411"/>
              <a:ext cx="9741108" cy="999089"/>
            </a:xfrm>
            <a:prstGeom prst="rect">
              <a:avLst/>
            </a:prstGeom>
          </p:spPr>
        </p:pic>
        <p:grpSp>
          <p:nvGrpSpPr>
            <p:cNvPr id="8" name="Csoportba foglalás 7">
              <a:extLst>
                <a:ext uri="{FF2B5EF4-FFF2-40B4-BE49-F238E27FC236}">
                  <a16:creationId xmlns:a16="http://schemas.microsoft.com/office/drawing/2014/main" id="{E7DC7130-854D-8879-6A4D-6A24820FF30A}"/>
                </a:ext>
              </a:extLst>
            </p:cNvPr>
            <p:cNvGrpSpPr/>
            <p:nvPr/>
          </p:nvGrpSpPr>
          <p:grpSpPr>
            <a:xfrm>
              <a:off x="1079240" y="1168320"/>
              <a:ext cx="128160" cy="231480"/>
              <a:chOff x="1079240" y="1168320"/>
              <a:chExt cx="128160" cy="2314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">
                <p14:nvContentPartPr>
                  <p14:cNvPr id="6" name="Szabadkéz 5">
                    <a:extLst>
                      <a:ext uri="{FF2B5EF4-FFF2-40B4-BE49-F238E27FC236}">
                        <a16:creationId xmlns:a16="http://schemas.microsoft.com/office/drawing/2014/main" id="{05550672-8FF3-3418-C739-7D7F155EB01C}"/>
                      </a:ext>
                    </a:extLst>
                  </p14:cNvPr>
                  <p14:cNvContentPartPr/>
                  <p14:nvPr/>
                </p14:nvContentPartPr>
                <p14:xfrm>
                  <a:off x="1079240" y="1206480"/>
                  <a:ext cx="52920" cy="193320"/>
                </p14:xfrm>
              </p:contentPart>
            </mc:Choice>
            <mc:Fallback>
              <p:pic>
                <p:nvPicPr>
                  <p:cNvPr id="6" name="Szabadkéz 5">
                    <a:extLst>
                      <a:ext uri="{FF2B5EF4-FFF2-40B4-BE49-F238E27FC236}">
                        <a16:creationId xmlns:a16="http://schemas.microsoft.com/office/drawing/2014/main" id="{05550672-8FF3-3418-C739-7D7F155EB01C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073120" y="1200360"/>
                    <a:ext cx="65160" cy="205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7" name="Szabadkéz 6">
                    <a:extLst>
                      <a:ext uri="{FF2B5EF4-FFF2-40B4-BE49-F238E27FC236}">
                        <a16:creationId xmlns:a16="http://schemas.microsoft.com/office/drawing/2014/main" id="{DE12C5B0-04D6-59A3-EB43-7E185CB527E5}"/>
                      </a:ext>
                    </a:extLst>
                  </p14:cNvPr>
                  <p14:cNvContentPartPr/>
                  <p14:nvPr/>
                </p14:nvContentPartPr>
                <p14:xfrm>
                  <a:off x="1130000" y="1168320"/>
                  <a:ext cx="77400" cy="187560"/>
                </p14:xfrm>
              </p:contentPart>
            </mc:Choice>
            <mc:Fallback>
              <p:pic>
                <p:nvPicPr>
                  <p:cNvPr id="7" name="Szabadkéz 6">
                    <a:extLst>
                      <a:ext uri="{FF2B5EF4-FFF2-40B4-BE49-F238E27FC236}">
                        <a16:creationId xmlns:a16="http://schemas.microsoft.com/office/drawing/2014/main" id="{DE12C5B0-04D6-59A3-EB43-7E185CB527E5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123880" y="1162212"/>
                    <a:ext cx="89640" cy="199777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1" name="Csoportba foglalás 10">
              <a:extLst>
                <a:ext uri="{FF2B5EF4-FFF2-40B4-BE49-F238E27FC236}">
                  <a16:creationId xmlns:a16="http://schemas.microsoft.com/office/drawing/2014/main" id="{6101D108-1CA9-3DA9-3E10-023370AA6C73}"/>
                </a:ext>
              </a:extLst>
            </p:cNvPr>
            <p:cNvGrpSpPr/>
            <p:nvPr/>
          </p:nvGrpSpPr>
          <p:grpSpPr>
            <a:xfrm>
              <a:off x="10121720" y="672960"/>
              <a:ext cx="257400" cy="263880"/>
              <a:chOff x="10121720" y="672960"/>
              <a:chExt cx="257400" cy="2638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9" name="Szabadkéz 8">
                    <a:extLst>
                      <a:ext uri="{FF2B5EF4-FFF2-40B4-BE49-F238E27FC236}">
                        <a16:creationId xmlns:a16="http://schemas.microsoft.com/office/drawing/2014/main" id="{E67B2E0F-3A00-B5A0-B5CD-9ACC75613E0F}"/>
                      </a:ext>
                    </a:extLst>
                  </p14:cNvPr>
                  <p14:cNvContentPartPr/>
                  <p14:nvPr/>
                </p14:nvContentPartPr>
                <p14:xfrm>
                  <a:off x="10121720" y="736320"/>
                  <a:ext cx="117000" cy="200520"/>
                </p14:xfrm>
              </p:contentPart>
            </mc:Choice>
            <mc:Fallback xmlns="">
              <p:pic>
                <p:nvPicPr>
                  <p:cNvPr id="9" name="Szabadkéz 8">
                    <a:extLst>
                      <a:ext uri="{FF2B5EF4-FFF2-40B4-BE49-F238E27FC236}">
                        <a16:creationId xmlns:a16="http://schemas.microsoft.com/office/drawing/2014/main" id="{E67B2E0F-3A00-B5A0-B5CD-9ACC75613E0F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0115600" y="730200"/>
                    <a:ext cx="129240" cy="212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10" name="Szabadkéz 9">
                    <a:extLst>
                      <a:ext uri="{FF2B5EF4-FFF2-40B4-BE49-F238E27FC236}">
                        <a16:creationId xmlns:a16="http://schemas.microsoft.com/office/drawing/2014/main" id="{854C0814-C5AD-9A99-DAF7-77BBC2D7FC45}"/>
                      </a:ext>
                    </a:extLst>
                  </p14:cNvPr>
                  <p14:cNvContentPartPr/>
                  <p14:nvPr/>
                </p14:nvContentPartPr>
                <p14:xfrm>
                  <a:off x="10274000" y="672960"/>
                  <a:ext cx="105120" cy="223560"/>
                </p14:xfrm>
              </p:contentPart>
            </mc:Choice>
            <mc:Fallback xmlns="">
              <p:pic>
                <p:nvPicPr>
                  <p:cNvPr id="10" name="Szabadkéz 9">
                    <a:extLst>
                      <a:ext uri="{FF2B5EF4-FFF2-40B4-BE49-F238E27FC236}">
                        <a16:creationId xmlns:a16="http://schemas.microsoft.com/office/drawing/2014/main" id="{854C0814-C5AD-9A99-DAF7-77BBC2D7FC45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0267880" y="666840"/>
                    <a:ext cx="117360" cy="2358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pic>
        <p:nvPicPr>
          <p:cNvPr id="14" name="Kép 13">
            <a:extLst>
              <a:ext uri="{FF2B5EF4-FFF2-40B4-BE49-F238E27FC236}">
                <a16:creationId xmlns:a16="http://schemas.microsoft.com/office/drawing/2014/main" id="{DAA5D031-B46D-0794-65E1-6DEE2700999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690" y="1526800"/>
            <a:ext cx="12204690" cy="53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41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CA37E-5ECC-7CEF-17AC-31782FF98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FA11EB73-0103-CA09-0105-7D296A949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332B3ABB-ACF8-0E97-5181-B5745E5E068A}"/>
              </a:ext>
            </a:extLst>
          </p:cNvPr>
          <p:cNvSpPr txBox="1"/>
          <p:nvPr/>
        </p:nvSpPr>
        <p:spPr>
          <a:xfrm>
            <a:off x="4796009" y="1067812"/>
            <a:ext cx="2599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54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Ctrl</a:t>
            </a:r>
            <a:r>
              <a:rPr lang="hu-HU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+ C</a:t>
            </a:r>
            <a:endParaRPr lang="en-US" dirty="0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7AA65DD4-A174-C9BD-90C0-CF32D1CF2D19}"/>
              </a:ext>
            </a:extLst>
          </p:cNvPr>
          <p:cNvSpPr/>
          <p:nvPr/>
        </p:nvSpPr>
        <p:spPr>
          <a:xfrm>
            <a:off x="771175" y="652314"/>
            <a:ext cx="1064964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1" cap="none" spc="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Mivagyunk</a:t>
            </a:r>
            <a:r>
              <a:rPr lang="hu-HU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a </a:t>
            </a:r>
            <a:r>
              <a:rPr lang="hu-HU" sz="5400" b="1" cap="none" spc="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Winows</a:t>
            </a:r>
            <a:r>
              <a:rPr lang="hu-HU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r>
              <a:rPr lang="hu-HU" sz="5400" b="1" cap="none" spc="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gyorsbillenyűk</a:t>
            </a:r>
            <a:endParaRPr lang="hu-HU" sz="5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ctr"/>
            <a:r>
              <a:rPr lang="hu-HU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nagy ismerői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BA45C708-F578-F056-E590-2A3BB4F68BDB}"/>
              </a:ext>
            </a:extLst>
          </p:cNvPr>
          <p:cNvSpPr txBox="1"/>
          <p:nvPr/>
        </p:nvSpPr>
        <p:spPr>
          <a:xfrm>
            <a:off x="3200398" y="2037308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Ctrl</a:t>
            </a:r>
            <a:r>
              <a:rPr lang="hu-HU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 + Team</a:t>
            </a:r>
          </a:p>
        </p:txBody>
      </p:sp>
      <p:grpSp>
        <p:nvGrpSpPr>
          <p:cNvPr id="19" name="Csoportba foglalás 18">
            <a:extLst>
              <a:ext uri="{FF2B5EF4-FFF2-40B4-BE49-F238E27FC236}">
                <a16:creationId xmlns:a16="http://schemas.microsoft.com/office/drawing/2014/main" id="{F93F786C-6329-82BE-3A42-EF2EADA25425}"/>
              </a:ext>
            </a:extLst>
          </p:cNvPr>
          <p:cNvGrpSpPr/>
          <p:nvPr/>
        </p:nvGrpSpPr>
        <p:grpSpPr>
          <a:xfrm>
            <a:off x="576431" y="3949362"/>
            <a:ext cx="11039136" cy="2123658"/>
            <a:chOff x="576431" y="3949362"/>
            <a:chExt cx="11039136" cy="2123658"/>
          </a:xfrm>
        </p:grpSpPr>
        <p:sp>
          <p:nvSpPr>
            <p:cNvPr id="11" name="Szövegdoboz 10">
              <a:extLst>
                <a:ext uri="{FF2B5EF4-FFF2-40B4-BE49-F238E27FC236}">
                  <a16:creationId xmlns:a16="http://schemas.microsoft.com/office/drawing/2014/main" id="{613DFA38-1B37-826F-FC64-1AE1BEB44B74}"/>
                </a:ext>
              </a:extLst>
            </p:cNvPr>
            <p:cNvSpPr txBox="1"/>
            <p:nvPr/>
          </p:nvSpPr>
          <p:spPr>
            <a:xfrm>
              <a:off x="576431" y="3949362"/>
              <a:ext cx="5247931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5400" b="1" dirty="0" err="1">
                  <a:ln w="6600">
                    <a:solidFill>
                      <a:schemeClr val="accent2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</a:rPr>
                <a:t>Feldmajer</a:t>
              </a:r>
              <a:r>
                <a:rPr lang="hu-HU" sz="5400" b="1" dirty="0">
                  <a:ln w="6600">
                    <a:solidFill>
                      <a:schemeClr val="accent2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</a:rPr>
                <a:t> Ágnes</a:t>
              </a:r>
              <a:endParaRPr lang="en-US" dirty="0"/>
            </a:p>
          </p:txBody>
        </p:sp>
        <p:sp>
          <p:nvSpPr>
            <p:cNvPr id="13" name="Szövegdoboz 12">
              <a:extLst>
                <a:ext uri="{FF2B5EF4-FFF2-40B4-BE49-F238E27FC236}">
                  <a16:creationId xmlns:a16="http://schemas.microsoft.com/office/drawing/2014/main" id="{626290C2-4A65-5D91-5BBC-6B22176DECF2}"/>
                </a:ext>
              </a:extLst>
            </p:cNvPr>
            <p:cNvSpPr txBox="1"/>
            <p:nvPr/>
          </p:nvSpPr>
          <p:spPr>
            <a:xfrm>
              <a:off x="6367636" y="3949362"/>
              <a:ext cx="5247931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5400" b="1" dirty="0">
                  <a:ln w="6600">
                    <a:solidFill>
                      <a:schemeClr val="accent2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</a:rPr>
                <a:t>Kiss-Király Dávid</a:t>
              </a:r>
              <a:endParaRPr lang="en-US" dirty="0"/>
            </a:p>
          </p:txBody>
        </p:sp>
        <p:sp>
          <p:nvSpPr>
            <p:cNvPr id="16" name="Szövegdoboz 15">
              <a:extLst>
                <a:ext uri="{FF2B5EF4-FFF2-40B4-BE49-F238E27FC236}">
                  <a16:creationId xmlns:a16="http://schemas.microsoft.com/office/drawing/2014/main" id="{8817C0DB-27D4-BEE0-BDBF-6E99469550CB}"/>
                </a:ext>
              </a:extLst>
            </p:cNvPr>
            <p:cNvSpPr txBox="1"/>
            <p:nvPr/>
          </p:nvSpPr>
          <p:spPr>
            <a:xfrm>
              <a:off x="576432" y="5149690"/>
              <a:ext cx="5247931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5400" b="1" dirty="0" err="1">
                  <a:ln w="6600">
                    <a:solidFill>
                      <a:schemeClr val="accent2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</a:rPr>
                <a:t>Lehotai</a:t>
              </a:r>
              <a:r>
                <a:rPr lang="hu-HU" sz="5400" b="1" dirty="0">
                  <a:ln w="6600">
                    <a:solidFill>
                      <a:schemeClr val="accent2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</a:rPr>
                <a:t> András</a:t>
              </a:r>
              <a:endParaRPr lang="en-US" dirty="0"/>
            </a:p>
          </p:txBody>
        </p:sp>
        <p:sp>
          <p:nvSpPr>
            <p:cNvPr id="18" name="Szövegdoboz 17">
              <a:extLst>
                <a:ext uri="{FF2B5EF4-FFF2-40B4-BE49-F238E27FC236}">
                  <a16:creationId xmlns:a16="http://schemas.microsoft.com/office/drawing/2014/main" id="{033A32BA-D5DF-D8BF-B99C-0E50E784125D}"/>
                </a:ext>
              </a:extLst>
            </p:cNvPr>
            <p:cNvSpPr txBox="1"/>
            <p:nvPr/>
          </p:nvSpPr>
          <p:spPr>
            <a:xfrm>
              <a:off x="6367636" y="5149690"/>
              <a:ext cx="5247931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5400" b="1" dirty="0">
                  <a:ln w="6600">
                    <a:solidFill>
                      <a:schemeClr val="accent2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</a:rPr>
                <a:t>Tóth Rebeka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176047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xit" presetSubtype="4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6" grpId="0"/>
      <p:bldP spid="6" grpId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50D14-9C9F-755A-40CA-07637E25C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4C7F3F62-9F5E-DF36-2A62-74C8F0558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8871B418-48BD-1B00-1DA9-9CCF73CA7D1C}"/>
              </a:ext>
            </a:extLst>
          </p:cNvPr>
          <p:cNvSpPr txBox="1"/>
          <p:nvPr/>
        </p:nvSpPr>
        <p:spPr>
          <a:xfrm>
            <a:off x="0" y="2505670"/>
            <a:ext cx="106299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54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Feldmajer</a:t>
            </a:r>
            <a:r>
              <a:rPr lang="hu-HU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Ágnes : Adatbáziskezelés</a:t>
            </a:r>
            <a:endParaRPr lang="en-US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00FFA3A4-7257-339F-3C56-09685B636EC0}"/>
              </a:ext>
            </a:extLst>
          </p:cNvPr>
          <p:cNvSpPr txBox="1"/>
          <p:nvPr/>
        </p:nvSpPr>
        <p:spPr>
          <a:xfrm>
            <a:off x="4725632" y="310812"/>
            <a:ext cx="27407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Röviden:</a:t>
            </a:r>
            <a:endParaRPr lang="en-US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842DE894-283F-17B9-1B00-941AF96188D1}"/>
              </a:ext>
            </a:extLst>
          </p:cNvPr>
          <p:cNvSpPr txBox="1"/>
          <p:nvPr/>
        </p:nvSpPr>
        <p:spPr>
          <a:xfrm>
            <a:off x="0" y="2296120"/>
            <a:ext cx="106299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Kiss-Király Dávid: Grafikai elemek</a:t>
            </a:r>
            <a:endParaRPr lang="en-US" dirty="0"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2FEEF5F9-2C15-D6DE-20B0-A138A24EF763}"/>
              </a:ext>
            </a:extLst>
          </p:cNvPr>
          <p:cNvSpPr txBox="1"/>
          <p:nvPr/>
        </p:nvSpPr>
        <p:spPr>
          <a:xfrm>
            <a:off x="0" y="2576572"/>
            <a:ext cx="103251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54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Lehotai</a:t>
            </a:r>
            <a:r>
              <a:rPr lang="hu-HU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András: Backend logika</a:t>
            </a:r>
            <a:endParaRPr lang="en-US" dirty="0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68C91A0D-BC91-193A-3011-B3280C3BCD3F}"/>
              </a:ext>
            </a:extLst>
          </p:cNvPr>
          <p:cNvSpPr txBox="1"/>
          <p:nvPr/>
        </p:nvSpPr>
        <p:spPr>
          <a:xfrm>
            <a:off x="0" y="2576572"/>
            <a:ext cx="103251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Tóth Rebeka: Frontend logika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9" grpId="0"/>
      <p:bldP spid="9" grpId="1"/>
      <p:bldP spid="11" grpId="0"/>
      <p:bldP spid="11" grpId="1"/>
      <p:bldP spid="13" grpId="0"/>
      <p:bldP spid="13" grpId="1"/>
      <p:bldP spid="15" grpId="0"/>
      <p:bldP spid="1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7C212-9E87-22DF-CAE9-FCE831A18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Csoportba foglalás 19">
            <a:extLst>
              <a:ext uri="{FF2B5EF4-FFF2-40B4-BE49-F238E27FC236}">
                <a16:creationId xmlns:a16="http://schemas.microsoft.com/office/drawing/2014/main" id="{D13B3E48-790D-3B1C-A6B0-5DE9AD6CCB66}"/>
              </a:ext>
            </a:extLst>
          </p:cNvPr>
          <p:cNvGrpSpPr/>
          <p:nvPr/>
        </p:nvGrpSpPr>
        <p:grpSpPr>
          <a:xfrm>
            <a:off x="1065120" y="399960"/>
            <a:ext cx="9966600" cy="1135080"/>
            <a:chOff x="1065120" y="399960"/>
            <a:chExt cx="9966600" cy="1135080"/>
          </a:xfrm>
        </p:grpSpPr>
        <p:pic>
          <p:nvPicPr>
            <p:cNvPr id="6" name="Kép 5">
              <a:extLst>
                <a:ext uri="{FF2B5EF4-FFF2-40B4-BE49-F238E27FC236}">
                  <a16:creationId xmlns:a16="http://schemas.microsoft.com/office/drawing/2014/main" id="{9EF35F04-04C0-93CE-1068-A76231B0D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4236" y="504807"/>
              <a:ext cx="9843528" cy="923943"/>
            </a:xfrm>
            <a:prstGeom prst="rect">
              <a:avLst/>
            </a:prstGeom>
          </p:spPr>
        </p:pic>
        <p:grpSp>
          <p:nvGrpSpPr>
            <p:cNvPr id="16" name="Csoportba foglalás 15">
              <a:extLst>
                <a:ext uri="{FF2B5EF4-FFF2-40B4-BE49-F238E27FC236}">
                  <a16:creationId xmlns:a16="http://schemas.microsoft.com/office/drawing/2014/main" id="{140FE347-02A0-16FA-71DF-55555F895B19}"/>
                </a:ext>
              </a:extLst>
            </p:cNvPr>
            <p:cNvGrpSpPr/>
            <p:nvPr/>
          </p:nvGrpSpPr>
          <p:grpSpPr>
            <a:xfrm>
              <a:off x="1065120" y="1238040"/>
              <a:ext cx="192240" cy="297000"/>
              <a:chOff x="1065120" y="1238040"/>
              <a:chExt cx="192240" cy="2970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14" name="Szabadkéz 13">
                    <a:extLst>
                      <a:ext uri="{FF2B5EF4-FFF2-40B4-BE49-F238E27FC236}">
                        <a16:creationId xmlns:a16="http://schemas.microsoft.com/office/drawing/2014/main" id="{A080DCBE-B80D-91B8-B789-E0C189822DE2}"/>
                      </a:ext>
                    </a:extLst>
                  </p14:cNvPr>
                  <p14:cNvContentPartPr/>
                  <p14:nvPr/>
                </p14:nvContentPartPr>
                <p14:xfrm>
                  <a:off x="1065120" y="1276200"/>
                  <a:ext cx="39960" cy="258840"/>
                </p14:xfrm>
              </p:contentPart>
            </mc:Choice>
            <mc:Fallback xmlns="">
              <p:pic>
                <p:nvPicPr>
                  <p:cNvPr id="14" name="Szabadkéz 13">
                    <a:extLst>
                      <a:ext uri="{FF2B5EF4-FFF2-40B4-BE49-F238E27FC236}">
                        <a16:creationId xmlns:a16="http://schemas.microsoft.com/office/drawing/2014/main" id="{A080DCBE-B80D-91B8-B789-E0C189822DE2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059000" y="1270080"/>
                    <a:ext cx="52200" cy="271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15" name="Szabadkéz 14">
                    <a:extLst>
                      <a:ext uri="{FF2B5EF4-FFF2-40B4-BE49-F238E27FC236}">
                        <a16:creationId xmlns:a16="http://schemas.microsoft.com/office/drawing/2014/main" id="{E7D6B947-1159-522E-D109-4599E36A12A9}"/>
                      </a:ext>
                    </a:extLst>
                  </p14:cNvPr>
                  <p14:cNvContentPartPr/>
                  <p14:nvPr/>
                </p14:nvContentPartPr>
                <p14:xfrm>
                  <a:off x="1237200" y="1238040"/>
                  <a:ext cx="20160" cy="258120"/>
                </p14:xfrm>
              </p:contentPart>
            </mc:Choice>
            <mc:Fallback xmlns="">
              <p:pic>
                <p:nvPicPr>
                  <p:cNvPr id="15" name="Szabadkéz 14">
                    <a:extLst>
                      <a:ext uri="{FF2B5EF4-FFF2-40B4-BE49-F238E27FC236}">
                        <a16:creationId xmlns:a16="http://schemas.microsoft.com/office/drawing/2014/main" id="{E7D6B947-1159-522E-D109-4599E36A12A9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31080" y="1231920"/>
                    <a:ext cx="32400" cy="2703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9" name="Csoportba foglalás 18">
              <a:extLst>
                <a:ext uri="{FF2B5EF4-FFF2-40B4-BE49-F238E27FC236}">
                  <a16:creationId xmlns:a16="http://schemas.microsoft.com/office/drawing/2014/main" id="{0F7220D7-CE08-2D7B-5AE3-85C877838E71}"/>
                </a:ext>
              </a:extLst>
            </p:cNvPr>
            <p:cNvGrpSpPr/>
            <p:nvPr/>
          </p:nvGrpSpPr>
          <p:grpSpPr>
            <a:xfrm>
              <a:off x="10648680" y="399960"/>
              <a:ext cx="383040" cy="425880"/>
              <a:chOff x="10648680" y="399960"/>
              <a:chExt cx="383040" cy="4258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17" name="Szabadkéz 16">
                    <a:extLst>
                      <a:ext uri="{FF2B5EF4-FFF2-40B4-BE49-F238E27FC236}">
                        <a16:creationId xmlns:a16="http://schemas.microsoft.com/office/drawing/2014/main" id="{4A243CA3-645E-3D62-3FC1-574A6F0A5F8D}"/>
                      </a:ext>
                    </a:extLst>
                  </p14:cNvPr>
                  <p14:cNvContentPartPr/>
                  <p14:nvPr/>
                </p14:nvContentPartPr>
                <p14:xfrm>
                  <a:off x="10648680" y="514080"/>
                  <a:ext cx="154080" cy="311760"/>
                </p14:xfrm>
              </p:contentPart>
            </mc:Choice>
            <mc:Fallback xmlns="">
              <p:pic>
                <p:nvPicPr>
                  <p:cNvPr id="17" name="Szabadkéz 16">
                    <a:extLst>
                      <a:ext uri="{FF2B5EF4-FFF2-40B4-BE49-F238E27FC236}">
                        <a16:creationId xmlns:a16="http://schemas.microsoft.com/office/drawing/2014/main" id="{4A243CA3-645E-3D62-3FC1-574A6F0A5F8D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0642560" y="507960"/>
                    <a:ext cx="166320" cy="32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18" name="Szabadkéz 17">
                    <a:extLst>
                      <a:ext uri="{FF2B5EF4-FFF2-40B4-BE49-F238E27FC236}">
                        <a16:creationId xmlns:a16="http://schemas.microsoft.com/office/drawing/2014/main" id="{FF8B48DD-346B-30DE-7BD5-F7FB34B3AC89}"/>
                      </a:ext>
                    </a:extLst>
                  </p14:cNvPr>
                  <p14:cNvContentPartPr/>
                  <p14:nvPr/>
                </p14:nvContentPartPr>
                <p14:xfrm>
                  <a:off x="10858200" y="399960"/>
                  <a:ext cx="173520" cy="341640"/>
                </p14:xfrm>
              </p:contentPart>
            </mc:Choice>
            <mc:Fallback xmlns="">
              <p:pic>
                <p:nvPicPr>
                  <p:cNvPr id="18" name="Szabadkéz 17">
                    <a:extLst>
                      <a:ext uri="{FF2B5EF4-FFF2-40B4-BE49-F238E27FC236}">
                        <a16:creationId xmlns:a16="http://schemas.microsoft.com/office/drawing/2014/main" id="{FF8B48DD-346B-30DE-7BD5-F7FB34B3AC89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0852080" y="393840"/>
                    <a:ext cx="185760" cy="35388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pic>
        <p:nvPicPr>
          <p:cNvPr id="22" name="Kép 21">
            <a:extLst>
              <a:ext uri="{FF2B5EF4-FFF2-40B4-BE49-F238E27FC236}">
                <a16:creationId xmlns:a16="http://schemas.microsoft.com/office/drawing/2014/main" id="{AFC29ED3-3C27-BE61-21E9-B6F9AC4D652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75"/>
            <a:ext cx="12192000" cy="6858000"/>
          </a:xfrm>
          <a:prstGeom prst="rect">
            <a:avLst/>
          </a:prstGeom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3363AECC-BA61-D6FA-BD10-1191A75213B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75"/>
            <a:ext cx="1219200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3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xit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A7991-3146-AE39-6247-86FEA8464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83A7692A-816F-1BB2-ACF3-3C47C2D31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18284E46-8F20-C8E1-3A66-DED57392E9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75" y="857250"/>
            <a:ext cx="8096250" cy="514350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9A5C68CE-E4E9-83DD-6C3A-05C8B3F9DD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0"/>
            <a:ext cx="12192000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804CF1FB-70DD-4D1A-C89F-944558AB96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0"/>
            <a:ext cx="1219200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1937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12091-DD98-B07C-2E3A-F6D45E20F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Kép 14">
            <a:extLst>
              <a:ext uri="{FF2B5EF4-FFF2-40B4-BE49-F238E27FC236}">
                <a16:creationId xmlns:a16="http://schemas.microsoft.com/office/drawing/2014/main" id="{15DF5FA6-4967-F7BD-5DE4-0D8BE7AE2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91473" y="-1430860"/>
            <a:ext cx="18799373" cy="10574646"/>
          </a:xfrm>
          <a:prstGeom prst="rect">
            <a:avLst/>
          </a:prstGeom>
        </p:spPr>
      </p:pic>
      <p:grpSp>
        <p:nvGrpSpPr>
          <p:cNvPr id="14" name="Csoportba foglalás 13">
            <a:extLst>
              <a:ext uri="{FF2B5EF4-FFF2-40B4-BE49-F238E27FC236}">
                <a16:creationId xmlns:a16="http://schemas.microsoft.com/office/drawing/2014/main" id="{12FA0C05-420C-6DD5-170D-98AE1354F998}"/>
              </a:ext>
            </a:extLst>
          </p:cNvPr>
          <p:cNvGrpSpPr/>
          <p:nvPr/>
        </p:nvGrpSpPr>
        <p:grpSpPr>
          <a:xfrm>
            <a:off x="655181" y="190100"/>
            <a:ext cx="10881638" cy="1010050"/>
            <a:chOff x="655181" y="190100"/>
            <a:chExt cx="10881638" cy="1010050"/>
          </a:xfrm>
        </p:grpSpPr>
        <p:pic>
          <p:nvPicPr>
            <p:cNvPr id="5" name="Kép 4">
              <a:extLst>
                <a:ext uri="{FF2B5EF4-FFF2-40B4-BE49-F238E27FC236}">
                  <a16:creationId xmlns:a16="http://schemas.microsoft.com/office/drawing/2014/main" id="{91578B55-0F5E-9A5E-3CE1-1AF354C75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5181" y="252394"/>
              <a:ext cx="10881638" cy="947756"/>
            </a:xfrm>
            <a:prstGeom prst="rect">
              <a:avLst/>
            </a:prstGeom>
          </p:spPr>
        </p:pic>
        <p:grpSp>
          <p:nvGrpSpPr>
            <p:cNvPr id="10" name="Csoportba foglalás 9">
              <a:extLst>
                <a:ext uri="{FF2B5EF4-FFF2-40B4-BE49-F238E27FC236}">
                  <a16:creationId xmlns:a16="http://schemas.microsoft.com/office/drawing/2014/main" id="{9E58DEDB-0F8B-1D90-61AD-07DFCE6255EC}"/>
                </a:ext>
              </a:extLst>
            </p:cNvPr>
            <p:cNvGrpSpPr/>
            <p:nvPr/>
          </p:nvGrpSpPr>
          <p:grpSpPr>
            <a:xfrm>
              <a:off x="711320" y="812540"/>
              <a:ext cx="171360" cy="332280"/>
              <a:chOff x="711320" y="812540"/>
              <a:chExt cx="171360" cy="3322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8" name="Szabadkéz 7">
                    <a:extLst>
                      <a:ext uri="{FF2B5EF4-FFF2-40B4-BE49-F238E27FC236}">
                        <a16:creationId xmlns:a16="http://schemas.microsoft.com/office/drawing/2014/main" id="{671DDEF9-2EE1-4A7A-5642-4FAC696A27C6}"/>
                      </a:ext>
                    </a:extLst>
                  </p14:cNvPr>
                  <p14:cNvContentPartPr/>
                  <p14:nvPr/>
                </p14:nvContentPartPr>
                <p14:xfrm>
                  <a:off x="711320" y="812540"/>
                  <a:ext cx="76680" cy="319680"/>
                </p14:xfrm>
              </p:contentPart>
            </mc:Choice>
            <mc:Fallback xmlns="">
              <p:pic>
                <p:nvPicPr>
                  <p:cNvPr id="8" name="Szabadkéz 7">
                    <a:extLst>
                      <a:ext uri="{FF2B5EF4-FFF2-40B4-BE49-F238E27FC236}">
                        <a16:creationId xmlns:a16="http://schemas.microsoft.com/office/drawing/2014/main" id="{671DDEF9-2EE1-4A7A-5642-4FAC696A27C6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705200" y="806420"/>
                    <a:ext cx="88920" cy="331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9" name="Szabadkéz 8">
                    <a:extLst>
                      <a:ext uri="{FF2B5EF4-FFF2-40B4-BE49-F238E27FC236}">
                        <a16:creationId xmlns:a16="http://schemas.microsoft.com/office/drawing/2014/main" id="{1EB5E67B-4082-3B5E-26F7-8D4613525A50}"/>
                      </a:ext>
                    </a:extLst>
                  </p14:cNvPr>
                  <p14:cNvContentPartPr/>
                  <p14:nvPr/>
                </p14:nvContentPartPr>
                <p14:xfrm>
                  <a:off x="837320" y="863300"/>
                  <a:ext cx="45360" cy="281520"/>
                </p14:xfrm>
              </p:contentPart>
            </mc:Choice>
            <mc:Fallback xmlns="">
              <p:pic>
                <p:nvPicPr>
                  <p:cNvPr id="9" name="Szabadkéz 8">
                    <a:extLst>
                      <a:ext uri="{FF2B5EF4-FFF2-40B4-BE49-F238E27FC236}">
                        <a16:creationId xmlns:a16="http://schemas.microsoft.com/office/drawing/2014/main" id="{1EB5E67B-4082-3B5E-26F7-8D4613525A50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831200" y="857180"/>
                    <a:ext cx="57600" cy="2937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3" name="Csoportba foglalás 12">
              <a:extLst>
                <a:ext uri="{FF2B5EF4-FFF2-40B4-BE49-F238E27FC236}">
                  <a16:creationId xmlns:a16="http://schemas.microsoft.com/office/drawing/2014/main" id="{4FA656E6-6915-F110-9FBE-9F98DB3B70CE}"/>
                </a:ext>
              </a:extLst>
            </p:cNvPr>
            <p:cNvGrpSpPr/>
            <p:nvPr/>
          </p:nvGrpSpPr>
          <p:grpSpPr>
            <a:xfrm>
              <a:off x="11213960" y="190100"/>
              <a:ext cx="320760" cy="334800"/>
              <a:chOff x="11213960" y="190100"/>
              <a:chExt cx="320760" cy="334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11" name="Szabadkéz 10">
                    <a:extLst>
                      <a:ext uri="{FF2B5EF4-FFF2-40B4-BE49-F238E27FC236}">
                        <a16:creationId xmlns:a16="http://schemas.microsoft.com/office/drawing/2014/main" id="{16FF371F-145C-02DF-C97C-A7DAAD74C3CA}"/>
                      </a:ext>
                    </a:extLst>
                  </p14:cNvPr>
                  <p14:cNvContentPartPr/>
                  <p14:nvPr/>
                </p14:nvContentPartPr>
                <p14:xfrm>
                  <a:off x="11213960" y="241220"/>
                  <a:ext cx="191520" cy="283680"/>
                </p14:xfrm>
              </p:contentPart>
            </mc:Choice>
            <mc:Fallback xmlns="">
              <p:pic>
                <p:nvPicPr>
                  <p:cNvPr id="11" name="Szabadkéz 10">
                    <a:extLst>
                      <a:ext uri="{FF2B5EF4-FFF2-40B4-BE49-F238E27FC236}">
                        <a16:creationId xmlns:a16="http://schemas.microsoft.com/office/drawing/2014/main" id="{16FF371F-145C-02DF-C97C-A7DAAD74C3CA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1207840" y="235100"/>
                    <a:ext cx="203760" cy="295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12" name="Szabadkéz 11">
                    <a:extLst>
                      <a:ext uri="{FF2B5EF4-FFF2-40B4-BE49-F238E27FC236}">
                        <a16:creationId xmlns:a16="http://schemas.microsoft.com/office/drawing/2014/main" id="{66F53123-888B-AD82-0A2A-E45CC87C9629}"/>
                      </a:ext>
                    </a:extLst>
                  </p14:cNvPr>
                  <p14:cNvContentPartPr/>
                  <p14:nvPr/>
                </p14:nvContentPartPr>
                <p14:xfrm>
                  <a:off x="11391800" y="190100"/>
                  <a:ext cx="142920" cy="276840"/>
                </p14:xfrm>
              </p:contentPart>
            </mc:Choice>
            <mc:Fallback xmlns="">
              <p:pic>
                <p:nvPicPr>
                  <p:cNvPr id="12" name="Szabadkéz 11">
                    <a:extLst>
                      <a:ext uri="{FF2B5EF4-FFF2-40B4-BE49-F238E27FC236}">
                        <a16:creationId xmlns:a16="http://schemas.microsoft.com/office/drawing/2014/main" id="{66F53123-888B-AD82-0A2A-E45CC87C9629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1385680" y="183980"/>
                    <a:ext cx="155160" cy="28908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pic>
        <p:nvPicPr>
          <p:cNvPr id="6" name="Kép 5">
            <a:extLst>
              <a:ext uri="{FF2B5EF4-FFF2-40B4-BE49-F238E27FC236}">
                <a16:creationId xmlns:a16="http://schemas.microsoft.com/office/drawing/2014/main" id="{0CEC5A2F-9F75-02BE-793E-531FB056ADA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599B27B-33CA-DB99-FBB2-F44B8DC6C23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6675"/>
            <a:ext cx="1219200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1981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xit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20624-35C4-4510-1829-F8B0E9E07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>
            <a:extLst>
              <a:ext uri="{FF2B5EF4-FFF2-40B4-BE49-F238E27FC236}">
                <a16:creationId xmlns:a16="http://schemas.microsoft.com/office/drawing/2014/main" id="{68CF9F02-30DF-19A2-A322-63336CF79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91473" y="-1430860"/>
            <a:ext cx="18799373" cy="10574646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0BD77F41-286E-452B-CBB5-C982080B42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62650"/>
            <a:ext cx="12192000" cy="68580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04663DDE-C93F-5470-F66F-84A13AAE35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62650"/>
            <a:ext cx="1219200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329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EB5A4-219E-544D-B0DD-984699F1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937F688F-F981-31AB-6341-88915FAC9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91473" y="-1430860"/>
            <a:ext cx="18799373" cy="10574646"/>
          </a:xfrm>
          <a:prstGeom prst="rect">
            <a:avLst/>
          </a:prstGeom>
        </p:spPr>
      </p:pic>
      <p:sp>
        <p:nvSpPr>
          <p:cNvPr id="6" name="Téglalap 5">
            <a:extLst>
              <a:ext uri="{FF2B5EF4-FFF2-40B4-BE49-F238E27FC236}">
                <a16:creationId xmlns:a16="http://schemas.microsoft.com/office/drawing/2014/main" id="{95DDEDE7-93AB-3632-631C-2617CD3AA4F7}"/>
              </a:ext>
            </a:extLst>
          </p:cNvPr>
          <p:cNvSpPr/>
          <p:nvPr/>
        </p:nvSpPr>
        <p:spPr>
          <a:xfrm>
            <a:off x="0" y="358109"/>
            <a:ext cx="999490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hu-HU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reflection blurRad="6350" stA="53000" endA="300" endPos="35500" dir="5400000" sy="-90000" algn="bl" rotWithShape="0"/>
                </a:effectLst>
              </a:rPr>
              <a:t>Technológia      Mire használjuk?</a:t>
            </a:r>
            <a:endParaRPr lang="en-US" sz="40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reflection blurRad="6350" stA="53000" endA="300" endPos="35500" dir="5400000" sy="-90000" algn="bl" rotWithShape="0"/>
              </a:effectLst>
            </a:endParaRPr>
          </a:p>
        </p:txBody>
      </p:sp>
      <p:grpSp>
        <p:nvGrpSpPr>
          <p:cNvPr id="20" name="Csoportba foglalás 19">
            <a:extLst>
              <a:ext uri="{FF2B5EF4-FFF2-40B4-BE49-F238E27FC236}">
                <a16:creationId xmlns:a16="http://schemas.microsoft.com/office/drawing/2014/main" id="{CF8273EA-B8DB-5965-2239-86665D29F011}"/>
              </a:ext>
            </a:extLst>
          </p:cNvPr>
          <p:cNvGrpSpPr/>
          <p:nvPr/>
        </p:nvGrpSpPr>
        <p:grpSpPr>
          <a:xfrm>
            <a:off x="-1750067" y="1197957"/>
            <a:ext cx="13230867" cy="1207016"/>
            <a:chOff x="-1038867" y="1137592"/>
            <a:chExt cx="13230867" cy="1207016"/>
          </a:xfrm>
        </p:grpSpPr>
        <p:sp>
          <p:nvSpPr>
            <p:cNvPr id="4" name="Téglalap 3">
              <a:extLst>
                <a:ext uri="{FF2B5EF4-FFF2-40B4-BE49-F238E27FC236}">
                  <a16:creationId xmlns:a16="http://schemas.microsoft.com/office/drawing/2014/main" id="{0614C6A3-670E-D2AD-0A9C-5CA22647EA12}"/>
                </a:ext>
              </a:extLst>
            </p:cNvPr>
            <p:cNvSpPr/>
            <p:nvPr/>
          </p:nvSpPr>
          <p:spPr>
            <a:xfrm>
              <a:off x="711200" y="1417935"/>
              <a:ext cx="11480800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hu-HU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Java 21</a:t>
              </a:r>
              <a:r>
                <a:rPr lang="hu-HU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               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Az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alkalmazás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programozási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nyelve</a:t>
              </a:r>
              <a:endParaRPr lang="en-US" sz="36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pic>
          <p:nvPicPr>
            <p:cNvPr id="19" name="Kép 18">
              <a:extLst>
                <a:ext uri="{FF2B5EF4-FFF2-40B4-BE49-F238E27FC236}">
                  <a16:creationId xmlns:a16="http://schemas.microsoft.com/office/drawing/2014/main" id="{6AC28593-EE17-B1DD-A58B-D693EE8CF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38867" y="1137592"/>
              <a:ext cx="1899933" cy="1207016"/>
            </a:xfrm>
            <a:prstGeom prst="rect">
              <a:avLst/>
            </a:prstGeom>
          </p:spPr>
        </p:pic>
      </p:grpSp>
      <p:grpSp>
        <p:nvGrpSpPr>
          <p:cNvPr id="33" name="Csoportba foglalás 32">
            <a:extLst>
              <a:ext uri="{FF2B5EF4-FFF2-40B4-BE49-F238E27FC236}">
                <a16:creationId xmlns:a16="http://schemas.microsoft.com/office/drawing/2014/main" id="{F3B786A4-FFD7-B23C-E43B-F86820CE8A69}"/>
              </a:ext>
            </a:extLst>
          </p:cNvPr>
          <p:cNvGrpSpPr/>
          <p:nvPr/>
        </p:nvGrpSpPr>
        <p:grpSpPr>
          <a:xfrm>
            <a:off x="-1750073" y="2082042"/>
            <a:ext cx="14513573" cy="1207016"/>
            <a:chOff x="-1750073" y="2082042"/>
            <a:chExt cx="14513573" cy="1207016"/>
          </a:xfrm>
        </p:grpSpPr>
        <p:sp>
          <p:nvSpPr>
            <p:cNvPr id="9" name="Téglalap 8">
              <a:extLst>
                <a:ext uri="{FF2B5EF4-FFF2-40B4-BE49-F238E27FC236}">
                  <a16:creationId xmlns:a16="http://schemas.microsoft.com/office/drawing/2014/main" id="{7B2E1FE8-2F9D-74A5-7863-4A1FE0551F07}"/>
                </a:ext>
              </a:extLst>
            </p:cNvPr>
            <p:cNvSpPr/>
            <p:nvPr/>
          </p:nvSpPr>
          <p:spPr>
            <a:xfrm>
              <a:off x="0" y="2377183"/>
              <a:ext cx="12763500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hu-HU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JavaFX</a:t>
              </a:r>
              <a:r>
                <a:rPr lang="hu-HU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               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Grafikus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felhasználói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felület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,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gombok</a:t>
              </a:r>
              <a:r>
                <a:rPr lang="hu-HU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,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animációk</a:t>
              </a:r>
              <a:endParaRPr lang="en-US" sz="36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pic>
          <p:nvPicPr>
            <p:cNvPr id="24" name="Kép 23">
              <a:extLst>
                <a:ext uri="{FF2B5EF4-FFF2-40B4-BE49-F238E27FC236}">
                  <a16:creationId xmlns:a16="http://schemas.microsoft.com/office/drawing/2014/main" id="{47B73EC6-A71D-148D-CB42-33CCDB30C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50073" y="2082042"/>
              <a:ext cx="1899933" cy="1207016"/>
            </a:xfrm>
            <a:prstGeom prst="rect">
              <a:avLst/>
            </a:prstGeom>
          </p:spPr>
        </p:pic>
      </p:grp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35F95F80-7797-A2A2-1F9F-97ADF956F509}"/>
              </a:ext>
            </a:extLst>
          </p:cNvPr>
          <p:cNvGrpSpPr/>
          <p:nvPr/>
        </p:nvGrpSpPr>
        <p:grpSpPr>
          <a:xfrm>
            <a:off x="-1750073" y="2966127"/>
            <a:ext cx="13230873" cy="1207016"/>
            <a:chOff x="-1750073" y="2966127"/>
            <a:chExt cx="13230873" cy="1207016"/>
          </a:xfrm>
        </p:grpSpPr>
        <p:sp>
          <p:nvSpPr>
            <p:cNvPr id="11" name="Téglalap 10">
              <a:extLst>
                <a:ext uri="{FF2B5EF4-FFF2-40B4-BE49-F238E27FC236}">
                  <a16:creationId xmlns:a16="http://schemas.microsoft.com/office/drawing/2014/main" id="{C589EDED-B535-DEA0-4B0D-82EA60A6097F}"/>
                </a:ext>
              </a:extLst>
            </p:cNvPr>
            <p:cNvSpPr/>
            <p:nvPr/>
          </p:nvSpPr>
          <p:spPr>
            <a:xfrm>
              <a:off x="0" y="3241232"/>
              <a:ext cx="11480800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hu-HU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FXML</a:t>
              </a:r>
              <a:r>
                <a:rPr lang="hu-HU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                  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képernyők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és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felületi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elemek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felépítése</a:t>
              </a:r>
              <a:endParaRPr lang="en-US" sz="36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pic>
          <p:nvPicPr>
            <p:cNvPr id="26" name="Kép 25">
              <a:extLst>
                <a:ext uri="{FF2B5EF4-FFF2-40B4-BE49-F238E27FC236}">
                  <a16:creationId xmlns:a16="http://schemas.microsoft.com/office/drawing/2014/main" id="{6E149E8E-D663-D913-9FE5-4C5875A39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50073" y="2966127"/>
              <a:ext cx="1899933" cy="1207016"/>
            </a:xfrm>
            <a:prstGeom prst="rect">
              <a:avLst/>
            </a:prstGeom>
          </p:spPr>
        </p:pic>
      </p:grpSp>
      <p:grpSp>
        <p:nvGrpSpPr>
          <p:cNvPr id="35" name="Csoportba foglalás 34">
            <a:extLst>
              <a:ext uri="{FF2B5EF4-FFF2-40B4-BE49-F238E27FC236}">
                <a16:creationId xmlns:a16="http://schemas.microsoft.com/office/drawing/2014/main" id="{B3BFD285-889E-99D8-005E-8287B17C224F}"/>
              </a:ext>
            </a:extLst>
          </p:cNvPr>
          <p:cNvGrpSpPr/>
          <p:nvPr/>
        </p:nvGrpSpPr>
        <p:grpSpPr>
          <a:xfrm>
            <a:off x="-1825001" y="3856463"/>
            <a:ext cx="13305801" cy="1207016"/>
            <a:chOff x="-1825001" y="3856463"/>
            <a:chExt cx="13305801" cy="1207016"/>
          </a:xfrm>
        </p:grpSpPr>
        <p:sp>
          <p:nvSpPr>
            <p:cNvPr id="13" name="Téglalap 12">
              <a:extLst>
                <a:ext uri="{FF2B5EF4-FFF2-40B4-BE49-F238E27FC236}">
                  <a16:creationId xmlns:a16="http://schemas.microsoft.com/office/drawing/2014/main" id="{78B9DD21-B89C-7D3B-B3C8-7A4E1AFB0811}"/>
                </a:ext>
              </a:extLst>
            </p:cNvPr>
            <p:cNvSpPr/>
            <p:nvPr/>
          </p:nvSpPr>
          <p:spPr>
            <a:xfrm>
              <a:off x="0" y="4189506"/>
              <a:ext cx="11480800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hu-HU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CSS</a:t>
              </a:r>
              <a:r>
                <a:rPr lang="hu-HU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                     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felület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megjelenése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,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színek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,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stílusok</a:t>
              </a:r>
              <a:endParaRPr lang="en-US" sz="36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pic>
          <p:nvPicPr>
            <p:cNvPr id="28" name="Kép 27">
              <a:extLst>
                <a:ext uri="{FF2B5EF4-FFF2-40B4-BE49-F238E27FC236}">
                  <a16:creationId xmlns:a16="http://schemas.microsoft.com/office/drawing/2014/main" id="{C396E63B-6404-8BA7-CBDF-66C718C85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825001" y="3856463"/>
              <a:ext cx="1899933" cy="1207016"/>
            </a:xfrm>
            <a:prstGeom prst="rect">
              <a:avLst/>
            </a:prstGeom>
          </p:spPr>
        </p:pic>
      </p:grpSp>
      <p:grpSp>
        <p:nvGrpSpPr>
          <p:cNvPr id="36" name="Csoportba foglalás 35">
            <a:extLst>
              <a:ext uri="{FF2B5EF4-FFF2-40B4-BE49-F238E27FC236}">
                <a16:creationId xmlns:a16="http://schemas.microsoft.com/office/drawing/2014/main" id="{59E272A5-B1F4-7259-55CF-86B9440F8E1B}"/>
              </a:ext>
            </a:extLst>
          </p:cNvPr>
          <p:cNvGrpSpPr/>
          <p:nvPr/>
        </p:nvGrpSpPr>
        <p:grpSpPr>
          <a:xfrm>
            <a:off x="-1750070" y="4749400"/>
            <a:ext cx="13084820" cy="1207016"/>
            <a:chOff x="-1750070" y="4749400"/>
            <a:chExt cx="13084820" cy="1207016"/>
          </a:xfrm>
        </p:grpSpPr>
        <p:sp>
          <p:nvSpPr>
            <p:cNvPr id="15" name="Téglalap 14">
              <a:extLst>
                <a:ext uri="{FF2B5EF4-FFF2-40B4-BE49-F238E27FC236}">
                  <a16:creationId xmlns:a16="http://schemas.microsoft.com/office/drawing/2014/main" id="{7E74467D-9865-3BCF-BD3A-5CE231A88D44}"/>
                </a:ext>
              </a:extLst>
            </p:cNvPr>
            <p:cNvSpPr/>
            <p:nvPr/>
          </p:nvSpPr>
          <p:spPr>
            <a:xfrm>
              <a:off x="-146050" y="5072565"/>
              <a:ext cx="11480800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hu-HU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 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SQLite</a:t>
              </a:r>
              <a:r>
                <a:rPr lang="hu-HU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               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Járatok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,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utasok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és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jegyek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adatainak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tárolása</a:t>
              </a:r>
              <a:endParaRPr lang="en-US" sz="36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pic>
          <p:nvPicPr>
            <p:cNvPr id="30" name="Kép 29">
              <a:extLst>
                <a:ext uri="{FF2B5EF4-FFF2-40B4-BE49-F238E27FC236}">
                  <a16:creationId xmlns:a16="http://schemas.microsoft.com/office/drawing/2014/main" id="{782224FC-6CC3-B863-2EE6-4E4993108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50070" y="4749400"/>
              <a:ext cx="1899933" cy="1207016"/>
            </a:xfrm>
            <a:prstGeom prst="rect">
              <a:avLst/>
            </a:prstGeom>
          </p:spPr>
        </p:pic>
      </p:grpSp>
      <p:grpSp>
        <p:nvGrpSpPr>
          <p:cNvPr id="37" name="Csoportba foglalás 36">
            <a:extLst>
              <a:ext uri="{FF2B5EF4-FFF2-40B4-BE49-F238E27FC236}">
                <a16:creationId xmlns:a16="http://schemas.microsoft.com/office/drawing/2014/main" id="{1021FF68-037B-48B7-D1FB-E61512ACE174}"/>
              </a:ext>
            </a:extLst>
          </p:cNvPr>
          <p:cNvGrpSpPr/>
          <p:nvPr/>
        </p:nvGrpSpPr>
        <p:grpSpPr>
          <a:xfrm>
            <a:off x="-1750070" y="5654439"/>
            <a:ext cx="13084820" cy="1207016"/>
            <a:chOff x="-1750070" y="5654439"/>
            <a:chExt cx="13084820" cy="1207016"/>
          </a:xfrm>
        </p:grpSpPr>
        <p:sp>
          <p:nvSpPr>
            <p:cNvPr id="22" name="Téglalap 21">
              <a:extLst>
                <a:ext uri="{FF2B5EF4-FFF2-40B4-BE49-F238E27FC236}">
                  <a16:creationId xmlns:a16="http://schemas.microsoft.com/office/drawing/2014/main" id="{35D89BDD-17A1-2339-A42F-DAE95B77F056}"/>
                </a:ext>
              </a:extLst>
            </p:cNvPr>
            <p:cNvSpPr/>
            <p:nvPr/>
          </p:nvSpPr>
          <p:spPr>
            <a:xfrm>
              <a:off x="-146050" y="5977604"/>
              <a:ext cx="11480800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hu-HU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 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Scene Builder</a:t>
              </a:r>
              <a:r>
                <a:rPr lang="hu-HU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   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 JavaFX-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ablakok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vizuális</a:t>
              </a:r>
              <a:r>
                <a:rPr lang="en-US" sz="3600" dirty="0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sz="3600" dirty="0" err="1">
                  <a:ln w="0"/>
                  <a:solidFill>
                    <a:srgbClr val="00B0F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kialakítására</a:t>
              </a:r>
              <a:endParaRPr lang="en-US" sz="36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pic>
          <p:nvPicPr>
            <p:cNvPr id="32" name="Kép 31">
              <a:extLst>
                <a:ext uri="{FF2B5EF4-FFF2-40B4-BE49-F238E27FC236}">
                  <a16:creationId xmlns:a16="http://schemas.microsoft.com/office/drawing/2014/main" id="{049EA13C-322F-0DCC-F9A2-AB028BB9B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50070" y="5654439"/>
              <a:ext cx="1899933" cy="12070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053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E40A9-14DB-5137-182B-160DDC93E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75BE5708-2024-554B-6A2E-2D82D0076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91473" y="-1430860"/>
            <a:ext cx="18799373" cy="10574646"/>
          </a:xfrm>
          <a:prstGeom prst="rect">
            <a:avLst/>
          </a:prstGeom>
        </p:spPr>
      </p:pic>
      <p:sp>
        <p:nvSpPr>
          <p:cNvPr id="6" name="Téglalap 5">
            <a:extLst>
              <a:ext uri="{FF2B5EF4-FFF2-40B4-BE49-F238E27FC236}">
                <a16:creationId xmlns:a16="http://schemas.microsoft.com/office/drawing/2014/main" id="{B2AF29D8-D684-74D7-BB80-0AFE249AE5AA}"/>
              </a:ext>
            </a:extLst>
          </p:cNvPr>
          <p:cNvSpPr/>
          <p:nvPr/>
        </p:nvSpPr>
        <p:spPr>
          <a:xfrm>
            <a:off x="0" y="358109"/>
            <a:ext cx="999490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hu-HU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reflection blurRad="6350" stA="53000" endA="300" endPos="35500" dir="5400000" sy="-90000" algn="bl" rotWithShape="0"/>
                </a:effectLst>
              </a:rPr>
              <a:t>Technológia      Mire használjuk?</a:t>
            </a:r>
            <a:endParaRPr lang="en-US" sz="40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reflection blurRad="6350" stA="53000" endA="300" endPos="35500" dir="5400000" sy="-90000" algn="bl" rotWithShape="0"/>
              </a:effectLst>
            </a:endParaRPr>
          </a:p>
        </p:txBody>
      </p:sp>
      <p:grpSp>
        <p:nvGrpSpPr>
          <p:cNvPr id="23" name="Csoportba foglalás 22">
            <a:extLst>
              <a:ext uri="{FF2B5EF4-FFF2-40B4-BE49-F238E27FC236}">
                <a16:creationId xmlns:a16="http://schemas.microsoft.com/office/drawing/2014/main" id="{8055A197-82A1-BB0D-529E-D9B5AD630819}"/>
              </a:ext>
            </a:extLst>
          </p:cNvPr>
          <p:cNvGrpSpPr/>
          <p:nvPr/>
        </p:nvGrpSpPr>
        <p:grpSpPr>
          <a:xfrm>
            <a:off x="-1750067" y="1381999"/>
            <a:ext cx="14232353" cy="1480672"/>
            <a:chOff x="-1038867" y="1137592"/>
            <a:chExt cx="14232353" cy="1480672"/>
          </a:xfrm>
        </p:grpSpPr>
        <p:sp>
          <p:nvSpPr>
            <p:cNvPr id="25" name="Téglalap 24">
              <a:extLst>
                <a:ext uri="{FF2B5EF4-FFF2-40B4-BE49-F238E27FC236}">
                  <a16:creationId xmlns:a16="http://schemas.microsoft.com/office/drawing/2014/main" id="{0C68F402-AA46-9E4D-4D39-0AB4FC231DF7}"/>
                </a:ext>
              </a:extLst>
            </p:cNvPr>
            <p:cNvSpPr/>
            <p:nvPr/>
          </p:nvSpPr>
          <p:spPr>
            <a:xfrm>
              <a:off x="711200" y="1417935"/>
              <a:ext cx="12482286" cy="120032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hu-HU" sz="3600" dirty="0">
                  <a:solidFill>
                    <a:srgbClr val="00B0F0"/>
                  </a:solidFill>
                </a:rPr>
                <a:t> </a:t>
              </a:r>
              <a:r>
                <a:rPr lang="en-US" sz="3600" dirty="0">
                  <a:solidFill>
                    <a:srgbClr val="00B0F0"/>
                  </a:solidFill>
                </a:rPr>
                <a:t>JDBC</a:t>
              </a:r>
              <a:r>
                <a:rPr lang="hu-HU" sz="3600" dirty="0">
                  <a:solidFill>
                    <a:srgbClr val="00B0F0"/>
                  </a:solidFill>
                </a:rPr>
                <a:t>                     </a:t>
              </a:r>
              <a:r>
                <a:rPr lang="en-US" sz="3600" dirty="0">
                  <a:solidFill>
                    <a:srgbClr val="00B0F0"/>
                  </a:solidFill>
                </a:rPr>
                <a:t>A Java </a:t>
              </a:r>
              <a:r>
                <a:rPr lang="en-US" sz="3600" dirty="0" err="1">
                  <a:solidFill>
                    <a:srgbClr val="00B0F0"/>
                  </a:solidFill>
                </a:rPr>
                <a:t>és</a:t>
              </a:r>
              <a:r>
                <a:rPr lang="en-US" sz="3600" dirty="0">
                  <a:solidFill>
                    <a:srgbClr val="00B0F0"/>
                  </a:solidFill>
                </a:rPr>
                <a:t> </a:t>
              </a:r>
              <a:r>
                <a:rPr lang="en-US" sz="3600" dirty="0" err="1">
                  <a:solidFill>
                    <a:srgbClr val="00B0F0"/>
                  </a:solidFill>
                </a:rPr>
                <a:t>az</a:t>
              </a:r>
              <a:r>
                <a:rPr lang="en-US" sz="3600" dirty="0">
                  <a:solidFill>
                    <a:srgbClr val="00B0F0"/>
                  </a:solidFill>
                </a:rPr>
                <a:t> SQLite-</a:t>
              </a:r>
              <a:r>
                <a:rPr lang="en-US" sz="3600" dirty="0" err="1">
                  <a:solidFill>
                    <a:srgbClr val="00B0F0"/>
                  </a:solidFill>
                </a:rPr>
                <a:t>adatbázis</a:t>
              </a:r>
              <a:r>
                <a:rPr lang="en-US" sz="3600" dirty="0">
                  <a:solidFill>
                    <a:srgbClr val="00B0F0"/>
                  </a:solidFill>
                </a:rPr>
                <a:t> </a:t>
              </a:r>
              <a:r>
                <a:rPr lang="en-US" sz="3600" dirty="0" err="1">
                  <a:solidFill>
                    <a:srgbClr val="00B0F0"/>
                  </a:solidFill>
                </a:rPr>
                <a:t>összekapcsolása</a:t>
              </a:r>
              <a:endParaRPr lang="en-US" sz="3600" dirty="0">
                <a:solidFill>
                  <a:srgbClr val="00B0F0"/>
                </a:solidFill>
              </a:endParaRPr>
            </a:p>
            <a:p>
              <a:endParaRPr lang="en-US" sz="3600" dirty="0">
                <a:solidFill>
                  <a:srgbClr val="00B0F0"/>
                </a:solidFill>
              </a:endParaRPr>
            </a:p>
          </p:txBody>
        </p:sp>
        <p:pic>
          <p:nvPicPr>
            <p:cNvPr id="27" name="Kép 26">
              <a:extLst>
                <a:ext uri="{FF2B5EF4-FFF2-40B4-BE49-F238E27FC236}">
                  <a16:creationId xmlns:a16="http://schemas.microsoft.com/office/drawing/2014/main" id="{B18A634C-30A1-8B65-2CCB-F6852D5A5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38867" y="1137592"/>
              <a:ext cx="1899933" cy="1207016"/>
            </a:xfrm>
            <a:prstGeom prst="rect">
              <a:avLst/>
            </a:prstGeom>
          </p:spPr>
        </p:pic>
      </p:grpSp>
      <p:grpSp>
        <p:nvGrpSpPr>
          <p:cNvPr id="29" name="Csoportba foglalás 28">
            <a:extLst>
              <a:ext uri="{FF2B5EF4-FFF2-40B4-BE49-F238E27FC236}">
                <a16:creationId xmlns:a16="http://schemas.microsoft.com/office/drawing/2014/main" id="{83DA8104-6B1B-84B3-BA4A-F28D62CD253D}"/>
              </a:ext>
            </a:extLst>
          </p:cNvPr>
          <p:cNvGrpSpPr/>
          <p:nvPr/>
        </p:nvGrpSpPr>
        <p:grpSpPr>
          <a:xfrm>
            <a:off x="-1750067" y="2644997"/>
            <a:ext cx="14232353" cy="1207016"/>
            <a:chOff x="-1038867" y="1137592"/>
            <a:chExt cx="14232353" cy="1207016"/>
          </a:xfrm>
        </p:grpSpPr>
        <p:sp>
          <p:nvSpPr>
            <p:cNvPr id="31" name="Téglalap 30">
              <a:extLst>
                <a:ext uri="{FF2B5EF4-FFF2-40B4-BE49-F238E27FC236}">
                  <a16:creationId xmlns:a16="http://schemas.microsoft.com/office/drawing/2014/main" id="{636FA902-7386-A4B1-1A04-C433FA7AA390}"/>
                </a:ext>
              </a:extLst>
            </p:cNvPr>
            <p:cNvSpPr/>
            <p:nvPr/>
          </p:nvSpPr>
          <p:spPr>
            <a:xfrm>
              <a:off x="711200" y="1417935"/>
              <a:ext cx="12482286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3600" dirty="0">
                  <a:solidFill>
                    <a:srgbClr val="00B0F0"/>
                  </a:solidFill>
                </a:rPr>
                <a:t>Apache Maven</a:t>
              </a:r>
              <a:r>
                <a:rPr lang="hu-HU" sz="3600" dirty="0">
                  <a:solidFill>
                    <a:srgbClr val="00B0F0"/>
                  </a:solidFill>
                </a:rPr>
                <a:t>    </a:t>
              </a:r>
              <a:r>
                <a:rPr lang="en-US" sz="3600" dirty="0" err="1">
                  <a:solidFill>
                    <a:srgbClr val="00B0F0"/>
                  </a:solidFill>
                </a:rPr>
                <a:t>Függőségek</a:t>
              </a:r>
              <a:r>
                <a:rPr lang="en-US" sz="3600" dirty="0">
                  <a:solidFill>
                    <a:srgbClr val="00B0F0"/>
                  </a:solidFill>
                </a:rPr>
                <a:t> </a:t>
              </a:r>
              <a:r>
                <a:rPr lang="en-US" sz="3600" dirty="0" err="1">
                  <a:solidFill>
                    <a:srgbClr val="00B0F0"/>
                  </a:solidFill>
                </a:rPr>
                <a:t>kezelése</a:t>
              </a:r>
              <a:r>
                <a:rPr lang="en-US" sz="3600" dirty="0">
                  <a:solidFill>
                    <a:srgbClr val="00B0F0"/>
                  </a:solidFill>
                </a:rPr>
                <a:t> </a:t>
              </a:r>
              <a:r>
                <a:rPr lang="en-US" sz="3600" dirty="0" err="1">
                  <a:solidFill>
                    <a:srgbClr val="00B0F0"/>
                  </a:solidFill>
                </a:rPr>
                <a:t>és</a:t>
              </a:r>
              <a:r>
                <a:rPr lang="en-US" sz="3600" dirty="0">
                  <a:solidFill>
                    <a:srgbClr val="00B0F0"/>
                  </a:solidFill>
                </a:rPr>
                <a:t> a </a:t>
              </a:r>
              <a:r>
                <a:rPr lang="en-US" sz="3600" dirty="0" err="1">
                  <a:solidFill>
                    <a:srgbClr val="00B0F0"/>
                  </a:solidFill>
                </a:rPr>
                <a:t>projekt</a:t>
              </a:r>
              <a:r>
                <a:rPr lang="en-US" sz="3600" dirty="0">
                  <a:solidFill>
                    <a:srgbClr val="00B0F0"/>
                  </a:solidFill>
                </a:rPr>
                <a:t> </a:t>
              </a:r>
              <a:r>
                <a:rPr lang="en-US" sz="3600" dirty="0" err="1">
                  <a:solidFill>
                    <a:srgbClr val="00B0F0"/>
                  </a:solidFill>
                </a:rPr>
                <a:t>fordítása</a:t>
              </a:r>
              <a:endParaRPr lang="en-US" sz="3600" dirty="0">
                <a:solidFill>
                  <a:srgbClr val="00B0F0"/>
                </a:solidFill>
              </a:endParaRPr>
            </a:p>
          </p:txBody>
        </p:sp>
        <p:pic>
          <p:nvPicPr>
            <p:cNvPr id="38" name="Kép 37">
              <a:extLst>
                <a:ext uri="{FF2B5EF4-FFF2-40B4-BE49-F238E27FC236}">
                  <a16:creationId xmlns:a16="http://schemas.microsoft.com/office/drawing/2014/main" id="{186C4D31-4963-9A6B-829E-96E582C55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38867" y="1137592"/>
              <a:ext cx="1899933" cy="1207016"/>
            </a:xfrm>
            <a:prstGeom prst="rect">
              <a:avLst/>
            </a:prstGeom>
          </p:spPr>
        </p:pic>
      </p:grpSp>
      <p:grpSp>
        <p:nvGrpSpPr>
          <p:cNvPr id="39" name="Csoportba foglalás 38">
            <a:extLst>
              <a:ext uri="{FF2B5EF4-FFF2-40B4-BE49-F238E27FC236}">
                <a16:creationId xmlns:a16="http://schemas.microsoft.com/office/drawing/2014/main" id="{B3F8BC4B-93ED-976F-7CEB-76F64E1FAED6}"/>
              </a:ext>
            </a:extLst>
          </p:cNvPr>
          <p:cNvGrpSpPr/>
          <p:nvPr/>
        </p:nvGrpSpPr>
        <p:grpSpPr>
          <a:xfrm>
            <a:off x="-1750067" y="4132356"/>
            <a:ext cx="14232353" cy="1207016"/>
            <a:chOff x="-1038867" y="1137592"/>
            <a:chExt cx="14232353" cy="1207016"/>
          </a:xfrm>
        </p:grpSpPr>
        <p:sp>
          <p:nvSpPr>
            <p:cNvPr id="40" name="Téglalap 39">
              <a:extLst>
                <a:ext uri="{FF2B5EF4-FFF2-40B4-BE49-F238E27FC236}">
                  <a16:creationId xmlns:a16="http://schemas.microsoft.com/office/drawing/2014/main" id="{686661BE-3D89-1BDE-34E2-9B8DA867B197}"/>
                </a:ext>
              </a:extLst>
            </p:cNvPr>
            <p:cNvSpPr/>
            <p:nvPr/>
          </p:nvSpPr>
          <p:spPr>
            <a:xfrm>
              <a:off x="711200" y="1417935"/>
              <a:ext cx="12482286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3600" dirty="0">
                  <a:solidFill>
                    <a:srgbClr val="00B0F0"/>
                  </a:solidFill>
                </a:rPr>
                <a:t>Git + GitHub</a:t>
              </a:r>
              <a:r>
                <a:rPr lang="hu-HU" sz="3600" dirty="0">
                  <a:solidFill>
                    <a:srgbClr val="00B0F0"/>
                  </a:solidFill>
                </a:rPr>
                <a:t>        </a:t>
              </a:r>
              <a:r>
                <a:rPr lang="en-US" sz="3600" dirty="0" err="1">
                  <a:solidFill>
                    <a:srgbClr val="00B0F0"/>
                  </a:solidFill>
                </a:rPr>
                <a:t>Verziókezelés</a:t>
              </a:r>
              <a:r>
                <a:rPr lang="en-US" sz="3600" dirty="0">
                  <a:solidFill>
                    <a:srgbClr val="00B0F0"/>
                  </a:solidFill>
                </a:rPr>
                <a:t> </a:t>
              </a:r>
              <a:r>
                <a:rPr lang="en-US" sz="3600" dirty="0" err="1">
                  <a:solidFill>
                    <a:srgbClr val="00B0F0"/>
                  </a:solidFill>
                </a:rPr>
                <a:t>és</a:t>
              </a:r>
              <a:r>
                <a:rPr lang="en-US" sz="3600" dirty="0">
                  <a:solidFill>
                    <a:srgbClr val="00B0F0"/>
                  </a:solidFill>
                </a:rPr>
                <a:t> </a:t>
              </a:r>
              <a:r>
                <a:rPr lang="en-US" sz="3600" dirty="0" err="1">
                  <a:solidFill>
                    <a:srgbClr val="00B0F0"/>
                  </a:solidFill>
                </a:rPr>
                <a:t>közös</a:t>
              </a:r>
              <a:r>
                <a:rPr lang="en-US" sz="3600" dirty="0">
                  <a:solidFill>
                    <a:srgbClr val="00B0F0"/>
                  </a:solidFill>
                </a:rPr>
                <a:t> </a:t>
              </a:r>
              <a:r>
                <a:rPr lang="en-US" sz="3600" dirty="0" err="1">
                  <a:solidFill>
                    <a:srgbClr val="00B0F0"/>
                  </a:solidFill>
                </a:rPr>
                <a:t>fejlesztés</a:t>
              </a:r>
              <a:endParaRPr lang="en-US" sz="3600" dirty="0">
                <a:solidFill>
                  <a:srgbClr val="00B0F0"/>
                </a:solidFill>
              </a:endParaRPr>
            </a:p>
          </p:txBody>
        </p:sp>
        <p:pic>
          <p:nvPicPr>
            <p:cNvPr id="41" name="Kép 40">
              <a:extLst>
                <a:ext uri="{FF2B5EF4-FFF2-40B4-BE49-F238E27FC236}">
                  <a16:creationId xmlns:a16="http://schemas.microsoft.com/office/drawing/2014/main" id="{992F585B-9711-CB97-ED0E-5FDB9F8D6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38867" y="1137592"/>
              <a:ext cx="1899933" cy="1207016"/>
            </a:xfrm>
            <a:prstGeom prst="rect">
              <a:avLst/>
            </a:prstGeom>
          </p:spPr>
        </p:pic>
      </p:grpSp>
      <p:grpSp>
        <p:nvGrpSpPr>
          <p:cNvPr id="42" name="Csoportba foglalás 41">
            <a:extLst>
              <a:ext uri="{FF2B5EF4-FFF2-40B4-BE49-F238E27FC236}">
                <a16:creationId xmlns:a16="http://schemas.microsoft.com/office/drawing/2014/main" id="{CEC49844-34B5-BE5B-9A12-D494427B0A77}"/>
              </a:ext>
            </a:extLst>
          </p:cNvPr>
          <p:cNvGrpSpPr/>
          <p:nvPr/>
        </p:nvGrpSpPr>
        <p:grpSpPr>
          <a:xfrm>
            <a:off x="-1750067" y="5476001"/>
            <a:ext cx="14232353" cy="1207016"/>
            <a:chOff x="-1038867" y="1137592"/>
            <a:chExt cx="14232353" cy="1207016"/>
          </a:xfrm>
        </p:grpSpPr>
        <p:sp>
          <p:nvSpPr>
            <p:cNvPr id="43" name="Téglalap 42">
              <a:extLst>
                <a:ext uri="{FF2B5EF4-FFF2-40B4-BE49-F238E27FC236}">
                  <a16:creationId xmlns:a16="http://schemas.microsoft.com/office/drawing/2014/main" id="{94278A6C-677B-885E-8757-8054B98C535F}"/>
                </a:ext>
              </a:extLst>
            </p:cNvPr>
            <p:cNvSpPr/>
            <p:nvPr/>
          </p:nvSpPr>
          <p:spPr>
            <a:xfrm>
              <a:off x="711200" y="1417935"/>
              <a:ext cx="12482286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3600" dirty="0">
                  <a:solidFill>
                    <a:srgbClr val="00B0F0"/>
                  </a:solidFill>
                </a:rPr>
                <a:t>Trello</a:t>
              </a:r>
              <a:r>
                <a:rPr lang="hu-HU" sz="3600" dirty="0">
                  <a:solidFill>
                    <a:srgbClr val="00B0F0"/>
                  </a:solidFill>
                </a:rPr>
                <a:t>                    </a:t>
              </a:r>
              <a:r>
                <a:rPr lang="en-US" sz="3600" dirty="0" err="1">
                  <a:solidFill>
                    <a:srgbClr val="00B0F0"/>
                  </a:solidFill>
                </a:rPr>
                <a:t>Feladatok</a:t>
              </a:r>
              <a:r>
                <a:rPr lang="en-US" sz="3600" dirty="0">
                  <a:solidFill>
                    <a:srgbClr val="00B0F0"/>
                  </a:solidFill>
                </a:rPr>
                <a:t> </a:t>
              </a:r>
              <a:r>
                <a:rPr lang="en-US" sz="3600" dirty="0" err="1">
                  <a:solidFill>
                    <a:srgbClr val="00B0F0"/>
                  </a:solidFill>
                </a:rPr>
                <a:t>kiosztása</a:t>
              </a:r>
              <a:r>
                <a:rPr lang="en-US" sz="3600" dirty="0">
                  <a:solidFill>
                    <a:srgbClr val="00B0F0"/>
                  </a:solidFill>
                </a:rPr>
                <a:t>, </a:t>
              </a:r>
              <a:r>
                <a:rPr lang="en-US" sz="3600" dirty="0" err="1">
                  <a:solidFill>
                    <a:srgbClr val="00B0F0"/>
                  </a:solidFill>
                </a:rPr>
                <a:t>követése</a:t>
              </a:r>
              <a:r>
                <a:rPr lang="en-US" sz="3600" dirty="0">
                  <a:solidFill>
                    <a:srgbClr val="00B0F0"/>
                  </a:solidFill>
                </a:rPr>
                <a:t> </a:t>
              </a:r>
              <a:r>
                <a:rPr lang="en-US" sz="3600" dirty="0" err="1">
                  <a:solidFill>
                    <a:srgbClr val="00B0F0"/>
                  </a:solidFill>
                </a:rPr>
                <a:t>és</a:t>
              </a:r>
              <a:r>
                <a:rPr lang="en-US" sz="3600" dirty="0">
                  <a:solidFill>
                    <a:srgbClr val="00B0F0"/>
                  </a:solidFill>
                </a:rPr>
                <a:t> </a:t>
              </a:r>
              <a:r>
                <a:rPr lang="en-US" sz="3600" dirty="0" err="1">
                  <a:solidFill>
                    <a:srgbClr val="00B0F0"/>
                  </a:solidFill>
                </a:rPr>
                <a:t>szervezése</a:t>
              </a:r>
              <a:endParaRPr lang="en-US" sz="3600" dirty="0">
                <a:solidFill>
                  <a:srgbClr val="00B0F0"/>
                </a:solidFill>
              </a:endParaRPr>
            </a:p>
          </p:txBody>
        </p:sp>
        <p:pic>
          <p:nvPicPr>
            <p:cNvPr id="44" name="Kép 43">
              <a:extLst>
                <a:ext uri="{FF2B5EF4-FFF2-40B4-BE49-F238E27FC236}">
                  <a16:creationId xmlns:a16="http://schemas.microsoft.com/office/drawing/2014/main" id="{E9CE16F8-AB8D-8C20-F0D4-5739FBA3F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38867" y="1137592"/>
              <a:ext cx="1899933" cy="12070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2233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4EF91-4D2C-2D4C-C8DA-7938ACD4D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Csoportba foglalás 17">
            <a:extLst>
              <a:ext uri="{FF2B5EF4-FFF2-40B4-BE49-F238E27FC236}">
                <a16:creationId xmlns:a16="http://schemas.microsoft.com/office/drawing/2014/main" id="{E16A9461-6812-3722-8F56-BD97092FCE9F}"/>
              </a:ext>
            </a:extLst>
          </p:cNvPr>
          <p:cNvGrpSpPr/>
          <p:nvPr/>
        </p:nvGrpSpPr>
        <p:grpSpPr>
          <a:xfrm>
            <a:off x="1596229" y="420486"/>
            <a:ext cx="8784494" cy="1132542"/>
            <a:chOff x="1596229" y="420486"/>
            <a:chExt cx="8784494" cy="1132542"/>
          </a:xfrm>
        </p:grpSpPr>
        <p:pic>
          <p:nvPicPr>
            <p:cNvPr id="5" name="Kép 4">
              <a:extLst>
                <a:ext uri="{FF2B5EF4-FFF2-40B4-BE49-F238E27FC236}">
                  <a16:creationId xmlns:a16="http://schemas.microsoft.com/office/drawing/2014/main" id="{136DEC2F-6D54-6883-1F49-4566E7362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1277" y="537692"/>
              <a:ext cx="8569446" cy="1015336"/>
            </a:xfrm>
            <a:prstGeom prst="rect">
              <a:avLst/>
            </a:prstGeom>
          </p:spPr>
        </p:pic>
        <p:grpSp>
          <p:nvGrpSpPr>
            <p:cNvPr id="9" name="Csoportba foglalás 8">
              <a:extLst>
                <a:ext uri="{FF2B5EF4-FFF2-40B4-BE49-F238E27FC236}">
                  <a16:creationId xmlns:a16="http://schemas.microsoft.com/office/drawing/2014/main" id="{62846B7B-9BC3-FC20-FF8F-8A793F3EB1F1}"/>
                </a:ext>
              </a:extLst>
            </p:cNvPr>
            <p:cNvGrpSpPr/>
            <p:nvPr/>
          </p:nvGrpSpPr>
          <p:grpSpPr>
            <a:xfrm>
              <a:off x="1596229" y="1190166"/>
              <a:ext cx="185040" cy="315360"/>
              <a:chOff x="1596229" y="1190166"/>
              <a:chExt cx="185040" cy="31536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4">
                <p14:nvContentPartPr>
                  <p14:cNvPr id="7" name="Szabadkéz 6">
                    <a:extLst>
                      <a:ext uri="{FF2B5EF4-FFF2-40B4-BE49-F238E27FC236}">
                        <a16:creationId xmlns:a16="http://schemas.microsoft.com/office/drawing/2014/main" id="{8E976CE4-511E-961C-9BE4-3B30B24DEF2B}"/>
                      </a:ext>
                    </a:extLst>
                  </p14:cNvPr>
                  <p14:cNvContentPartPr/>
                  <p14:nvPr/>
                </p14:nvContentPartPr>
                <p14:xfrm>
                  <a:off x="1596229" y="1218966"/>
                  <a:ext cx="84600" cy="286560"/>
                </p14:xfrm>
              </p:contentPart>
            </mc:Choice>
            <mc:Fallback>
              <p:pic>
                <p:nvPicPr>
                  <p:cNvPr id="7" name="Szabadkéz 6">
                    <a:extLst>
                      <a:ext uri="{FF2B5EF4-FFF2-40B4-BE49-F238E27FC236}">
                        <a16:creationId xmlns:a16="http://schemas.microsoft.com/office/drawing/2014/main" id="{8E976CE4-511E-961C-9BE4-3B30B24DEF2B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590109" y="1212846"/>
                    <a:ext cx="96840" cy="298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">
                <p14:nvContentPartPr>
                  <p14:cNvPr id="8" name="Szabadkéz 7">
                    <a:extLst>
                      <a:ext uri="{FF2B5EF4-FFF2-40B4-BE49-F238E27FC236}">
                        <a16:creationId xmlns:a16="http://schemas.microsoft.com/office/drawing/2014/main" id="{132B08AE-59BD-EE05-5DF7-6450764D3E30}"/>
                      </a:ext>
                    </a:extLst>
                  </p14:cNvPr>
                  <p14:cNvContentPartPr/>
                  <p14:nvPr/>
                </p14:nvContentPartPr>
                <p14:xfrm>
                  <a:off x="1726549" y="1190166"/>
                  <a:ext cx="54720" cy="244800"/>
                </p14:xfrm>
              </p:contentPart>
            </mc:Choice>
            <mc:Fallback>
              <p:pic>
                <p:nvPicPr>
                  <p:cNvPr id="8" name="Szabadkéz 7">
                    <a:extLst>
                      <a:ext uri="{FF2B5EF4-FFF2-40B4-BE49-F238E27FC236}">
                        <a16:creationId xmlns:a16="http://schemas.microsoft.com/office/drawing/2014/main" id="{132B08AE-59BD-EE05-5DF7-6450764D3E30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720429" y="1184046"/>
                    <a:ext cx="66960" cy="2570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2" name="Csoportba foglalás 11">
              <a:extLst>
                <a:ext uri="{FF2B5EF4-FFF2-40B4-BE49-F238E27FC236}">
                  <a16:creationId xmlns:a16="http://schemas.microsoft.com/office/drawing/2014/main" id="{595378F9-716F-4238-8A39-EE5137B9C9CF}"/>
                </a:ext>
              </a:extLst>
            </p:cNvPr>
            <p:cNvGrpSpPr/>
            <p:nvPr/>
          </p:nvGrpSpPr>
          <p:grpSpPr>
            <a:xfrm>
              <a:off x="9927709" y="420486"/>
              <a:ext cx="335160" cy="309960"/>
              <a:chOff x="9927709" y="420486"/>
              <a:chExt cx="335160" cy="30996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8">
                <p14:nvContentPartPr>
                  <p14:cNvPr id="10" name="Szabadkéz 9">
                    <a:extLst>
                      <a:ext uri="{FF2B5EF4-FFF2-40B4-BE49-F238E27FC236}">
                        <a16:creationId xmlns:a16="http://schemas.microsoft.com/office/drawing/2014/main" id="{8825EE9D-70CB-726C-C181-EE0ADB4E5478}"/>
                      </a:ext>
                    </a:extLst>
                  </p14:cNvPr>
                  <p14:cNvContentPartPr/>
                  <p14:nvPr/>
                </p14:nvContentPartPr>
                <p14:xfrm>
                  <a:off x="9927709" y="449646"/>
                  <a:ext cx="191520" cy="280800"/>
                </p14:xfrm>
              </p:contentPart>
            </mc:Choice>
            <mc:Fallback>
              <p:pic>
                <p:nvPicPr>
                  <p:cNvPr id="10" name="Szabadkéz 9">
                    <a:extLst>
                      <a:ext uri="{FF2B5EF4-FFF2-40B4-BE49-F238E27FC236}">
                        <a16:creationId xmlns:a16="http://schemas.microsoft.com/office/drawing/2014/main" id="{8825EE9D-70CB-726C-C181-EE0ADB4E5478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9921589" y="443526"/>
                    <a:ext cx="203760" cy="293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">
                <p14:nvContentPartPr>
                  <p14:cNvPr id="11" name="Szabadkéz 10">
                    <a:extLst>
                      <a:ext uri="{FF2B5EF4-FFF2-40B4-BE49-F238E27FC236}">
                        <a16:creationId xmlns:a16="http://schemas.microsoft.com/office/drawing/2014/main" id="{DD2543F8-D5C5-1732-F190-7A98C35ECC36}"/>
                      </a:ext>
                    </a:extLst>
                  </p14:cNvPr>
                  <p14:cNvContentPartPr/>
                  <p14:nvPr/>
                </p14:nvContentPartPr>
                <p14:xfrm>
                  <a:off x="10116349" y="420486"/>
                  <a:ext cx="146520" cy="309960"/>
                </p14:xfrm>
              </p:contentPart>
            </mc:Choice>
            <mc:Fallback>
              <p:pic>
                <p:nvPicPr>
                  <p:cNvPr id="11" name="Szabadkéz 10">
                    <a:extLst>
                      <a:ext uri="{FF2B5EF4-FFF2-40B4-BE49-F238E27FC236}">
                        <a16:creationId xmlns:a16="http://schemas.microsoft.com/office/drawing/2014/main" id="{DD2543F8-D5C5-1732-F190-7A98C35ECC36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0110244" y="414366"/>
                    <a:ext cx="158730" cy="3222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25" name="Csoportba foglalás 24">
            <a:extLst>
              <a:ext uri="{FF2B5EF4-FFF2-40B4-BE49-F238E27FC236}">
                <a16:creationId xmlns:a16="http://schemas.microsoft.com/office/drawing/2014/main" id="{186E739B-B469-01A1-C5BB-AFDD742D6C3C}"/>
              </a:ext>
            </a:extLst>
          </p:cNvPr>
          <p:cNvGrpSpPr/>
          <p:nvPr/>
        </p:nvGrpSpPr>
        <p:grpSpPr>
          <a:xfrm>
            <a:off x="-337468" y="-187401"/>
            <a:ext cx="12821117" cy="7045401"/>
            <a:chOff x="-337468" y="-187401"/>
            <a:chExt cx="12821117" cy="7045401"/>
          </a:xfrm>
        </p:grpSpPr>
        <p:pic>
          <p:nvPicPr>
            <p:cNvPr id="20" name="Kép 19">
              <a:extLst>
                <a:ext uri="{FF2B5EF4-FFF2-40B4-BE49-F238E27FC236}">
                  <a16:creationId xmlns:a16="http://schemas.microsoft.com/office/drawing/2014/main" id="{510CDEC2-F85D-CA75-A068-9366F91FB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0" y="2440609"/>
              <a:ext cx="12192000" cy="4417391"/>
            </a:xfrm>
            <a:prstGeom prst="rect">
              <a:avLst/>
            </a:prstGeom>
          </p:spPr>
        </p:pic>
        <p:pic>
          <p:nvPicPr>
            <p:cNvPr id="22" name="Kép 21">
              <a:extLst>
                <a:ext uri="{FF2B5EF4-FFF2-40B4-BE49-F238E27FC236}">
                  <a16:creationId xmlns:a16="http://schemas.microsoft.com/office/drawing/2014/main" id="{9CCFC466-C35F-030D-5E33-C613AA3C5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728838">
              <a:off x="10083519" y="314852"/>
              <a:ext cx="2902384" cy="1897877"/>
            </a:xfrm>
            <a:prstGeom prst="rect">
              <a:avLst/>
            </a:prstGeom>
          </p:spPr>
        </p:pic>
        <p:pic>
          <p:nvPicPr>
            <p:cNvPr id="24" name="Kép 23">
              <a:extLst>
                <a:ext uri="{FF2B5EF4-FFF2-40B4-BE49-F238E27FC236}">
                  <a16:creationId xmlns:a16="http://schemas.microsoft.com/office/drawing/2014/main" id="{293DBC4F-9CC8-E936-4B18-1C9403E19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060305" flipV="1">
              <a:off x="-692969" y="172595"/>
              <a:ext cx="2881834" cy="21708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34188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BCBE9-E3A5-7079-1460-34233C059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9C42CC55-FC42-AEBF-241E-46ACA5BBF50E}"/>
              </a:ext>
            </a:extLst>
          </p:cNvPr>
          <p:cNvSpPr txBox="1"/>
          <p:nvPr/>
        </p:nvSpPr>
        <p:spPr>
          <a:xfrm>
            <a:off x="675860" y="1719470"/>
            <a:ext cx="870667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GitHub-repository </a:t>
            </a:r>
            <a:r>
              <a:rPr lang="en-US" sz="2800" b="1" dirty="0" err="1"/>
              <a:t>állapota</a:t>
            </a:r>
            <a:r>
              <a:rPr lang="hu-HU" sz="2800" b="1" dirty="0"/>
              <a:t>:</a:t>
            </a:r>
          </a:p>
          <a:p>
            <a:pPr>
              <a:buNone/>
            </a:pPr>
            <a:endParaRPr lang="en-US" sz="28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 err="1"/>
              <a:t>Közös</a:t>
            </a:r>
            <a:r>
              <a:rPr lang="en-US" sz="2800" dirty="0"/>
              <a:t> GitHub-</a:t>
            </a:r>
            <a:r>
              <a:rPr lang="en-US" sz="2800" dirty="0" err="1"/>
              <a:t>repositoryban</a:t>
            </a:r>
            <a:r>
              <a:rPr lang="en-US" sz="2800" dirty="0"/>
              <a:t> </a:t>
            </a:r>
            <a:r>
              <a:rPr lang="en-US" sz="2800" dirty="0" err="1"/>
              <a:t>dolgozunk</a:t>
            </a:r>
            <a:r>
              <a:rPr lang="en-US" sz="28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Git </a:t>
            </a:r>
            <a:r>
              <a:rPr lang="en-US" sz="2800" dirty="0" err="1"/>
              <a:t>segítségével</a:t>
            </a:r>
            <a:r>
              <a:rPr lang="en-US" sz="2800" dirty="0"/>
              <a:t> </a:t>
            </a:r>
            <a:r>
              <a:rPr lang="en-US" sz="2800" dirty="0" err="1"/>
              <a:t>követjük</a:t>
            </a:r>
            <a:r>
              <a:rPr lang="en-US" sz="2800" dirty="0"/>
              <a:t> a </a:t>
            </a:r>
            <a:r>
              <a:rPr lang="en-US" sz="2800" dirty="0" err="1"/>
              <a:t>változtatásokat</a:t>
            </a:r>
            <a:r>
              <a:rPr lang="en-US" sz="28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 err="1"/>
              <a:t>Jelenleg</a:t>
            </a:r>
            <a:r>
              <a:rPr lang="en-US" sz="2800" dirty="0"/>
              <a:t> 6 </a:t>
            </a:r>
            <a:r>
              <a:rPr lang="en-US" sz="2800" dirty="0" err="1"/>
              <a:t>fejlesztési</a:t>
            </a:r>
            <a:r>
              <a:rPr lang="en-US" sz="2800" dirty="0"/>
              <a:t> </a:t>
            </a:r>
            <a:r>
              <a:rPr lang="en-US" sz="2800" dirty="0" err="1"/>
              <a:t>ág</a:t>
            </a:r>
            <a:r>
              <a:rPr lang="en-US" sz="2800" dirty="0"/>
              <a:t> </a:t>
            </a:r>
            <a:r>
              <a:rPr lang="en-US" sz="2800" dirty="0" err="1"/>
              <a:t>található</a:t>
            </a:r>
            <a:r>
              <a:rPr lang="en-US" sz="2800" dirty="0"/>
              <a:t> a </a:t>
            </a:r>
            <a:r>
              <a:rPr lang="en-US" sz="2800" dirty="0" err="1"/>
              <a:t>projektben</a:t>
            </a:r>
            <a:r>
              <a:rPr lang="en-US" sz="28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A </a:t>
            </a:r>
            <a:r>
              <a:rPr lang="en-US" sz="2800" dirty="0">
                <a:latin typeface="+mn-lt"/>
              </a:rPr>
              <a:t>main</a:t>
            </a:r>
            <a:r>
              <a:rPr lang="en-US" sz="2800" dirty="0"/>
              <a:t> </a:t>
            </a:r>
            <a:r>
              <a:rPr lang="en-US" sz="2800" dirty="0" err="1"/>
              <a:t>ág</a:t>
            </a:r>
            <a:r>
              <a:rPr lang="en-US" sz="2800" dirty="0"/>
              <a:t> </a:t>
            </a:r>
            <a:r>
              <a:rPr lang="en-US" sz="2800" dirty="0" err="1"/>
              <a:t>tartalmazza</a:t>
            </a:r>
            <a:r>
              <a:rPr lang="en-US" sz="2800" dirty="0"/>
              <a:t> a </a:t>
            </a:r>
            <a:r>
              <a:rPr lang="en-US" sz="2800" dirty="0" err="1"/>
              <a:t>közös</a:t>
            </a:r>
            <a:r>
              <a:rPr lang="en-US" sz="2800" dirty="0"/>
              <a:t> </a:t>
            </a:r>
            <a:r>
              <a:rPr lang="en-US" sz="2800" dirty="0" err="1"/>
              <a:t>fejlesztési</a:t>
            </a:r>
            <a:r>
              <a:rPr lang="en-US" sz="2800" dirty="0"/>
              <a:t> </a:t>
            </a:r>
            <a:r>
              <a:rPr lang="en-US" sz="2800" dirty="0" err="1"/>
              <a:t>alapot</a:t>
            </a:r>
            <a:r>
              <a:rPr lang="en-US" sz="28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Az </a:t>
            </a:r>
            <a:r>
              <a:rPr lang="en-US" sz="2800" dirty="0" err="1"/>
              <a:t>új</a:t>
            </a:r>
            <a:r>
              <a:rPr lang="en-US" sz="2800" dirty="0"/>
              <a:t> </a:t>
            </a:r>
            <a:r>
              <a:rPr lang="en-US" sz="2800" dirty="0" err="1"/>
              <a:t>funkciókat</a:t>
            </a:r>
            <a:r>
              <a:rPr lang="en-US" sz="2800" dirty="0"/>
              <a:t> </a:t>
            </a:r>
            <a:r>
              <a:rPr lang="en-US" sz="2800" dirty="0" err="1"/>
              <a:t>külön</a:t>
            </a:r>
            <a:r>
              <a:rPr lang="en-US" sz="2800" dirty="0"/>
              <a:t> </a:t>
            </a:r>
            <a:r>
              <a:rPr lang="en-US" sz="2800" dirty="0" err="1"/>
              <a:t>brancheken</a:t>
            </a:r>
            <a:r>
              <a:rPr lang="en-US" sz="2800" dirty="0"/>
              <a:t> </a:t>
            </a:r>
            <a:r>
              <a:rPr lang="en-US" sz="2800" dirty="0" err="1"/>
              <a:t>fejlesztjük</a:t>
            </a:r>
            <a:r>
              <a:rPr lang="en-US" sz="28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A </a:t>
            </a:r>
            <a:r>
              <a:rPr lang="en-US" sz="2800" dirty="0" err="1"/>
              <a:t>fejlesztések</a:t>
            </a:r>
            <a:r>
              <a:rPr lang="en-US" sz="2800" dirty="0"/>
              <a:t> </a:t>
            </a:r>
            <a:r>
              <a:rPr lang="en-US" sz="2800" dirty="0" err="1"/>
              <a:t>folyamatosan</a:t>
            </a:r>
            <a:r>
              <a:rPr lang="en-US" sz="2800" dirty="0"/>
              <a:t>, </a:t>
            </a:r>
            <a:r>
              <a:rPr lang="en-US" sz="2800" dirty="0" err="1"/>
              <a:t>commitokkal</a:t>
            </a:r>
            <a:r>
              <a:rPr lang="en-US" sz="2800" dirty="0"/>
              <a:t> </a:t>
            </a:r>
            <a:r>
              <a:rPr lang="en-US" sz="2800" dirty="0" err="1"/>
              <a:t>kerülnek</a:t>
            </a:r>
            <a:r>
              <a:rPr lang="en-US" sz="2800" dirty="0"/>
              <a:t> </a:t>
            </a:r>
            <a:r>
              <a:rPr lang="en-US" sz="2800" dirty="0" err="1"/>
              <a:t>rögzítésre</a:t>
            </a:r>
            <a:r>
              <a:rPr lang="en-US" sz="28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A </a:t>
            </a:r>
            <a:r>
              <a:rPr lang="en-US" sz="2800" dirty="0" err="1"/>
              <a:t>projekt</a:t>
            </a:r>
            <a:r>
              <a:rPr lang="en-US" sz="2800" dirty="0"/>
              <a:t> </a:t>
            </a:r>
            <a:r>
              <a:rPr lang="en-US" sz="2800" dirty="0" err="1"/>
              <a:t>már</a:t>
            </a:r>
            <a:r>
              <a:rPr lang="en-US" sz="2800" dirty="0"/>
              <a:t> </a:t>
            </a:r>
            <a:r>
              <a:rPr lang="en-US" sz="2800" dirty="0" err="1"/>
              <a:t>elindítható</a:t>
            </a:r>
            <a:r>
              <a:rPr lang="en-US" sz="2800" dirty="0"/>
              <a:t>, de </a:t>
            </a:r>
            <a:r>
              <a:rPr lang="en-US" sz="2800" dirty="0" err="1"/>
              <a:t>további</a:t>
            </a:r>
            <a:r>
              <a:rPr lang="en-US" sz="2800" dirty="0"/>
              <a:t> </a:t>
            </a:r>
            <a:r>
              <a:rPr lang="en-US" sz="2800" dirty="0" err="1"/>
              <a:t>fejlesztéseket</a:t>
            </a:r>
            <a:r>
              <a:rPr lang="en-US" sz="2800" dirty="0"/>
              <a:t> </a:t>
            </a:r>
            <a:r>
              <a:rPr lang="en-US" sz="2800" dirty="0" err="1"/>
              <a:t>igényel</a:t>
            </a:r>
            <a:r>
              <a:rPr lang="en-US" sz="2800" dirty="0"/>
              <a:t>.</a:t>
            </a:r>
          </a:p>
        </p:txBody>
      </p:sp>
      <p:grpSp>
        <p:nvGrpSpPr>
          <p:cNvPr id="13" name="Csoportba foglalás 12">
            <a:extLst>
              <a:ext uri="{FF2B5EF4-FFF2-40B4-BE49-F238E27FC236}">
                <a16:creationId xmlns:a16="http://schemas.microsoft.com/office/drawing/2014/main" id="{B92918F7-5145-9A06-A4F5-5FD537431734}"/>
              </a:ext>
            </a:extLst>
          </p:cNvPr>
          <p:cNvGrpSpPr/>
          <p:nvPr/>
        </p:nvGrpSpPr>
        <p:grpSpPr>
          <a:xfrm>
            <a:off x="1369380" y="126354"/>
            <a:ext cx="9453240" cy="1321699"/>
            <a:chOff x="1391353" y="185989"/>
            <a:chExt cx="9453240" cy="1321699"/>
          </a:xfrm>
        </p:grpSpPr>
        <p:pic>
          <p:nvPicPr>
            <p:cNvPr id="7" name="Kép 6">
              <a:extLst>
                <a:ext uri="{FF2B5EF4-FFF2-40B4-BE49-F238E27FC236}">
                  <a16:creationId xmlns:a16="http://schemas.microsoft.com/office/drawing/2014/main" id="{5BCCB727-EAD2-86E0-0064-E2078594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9225" y="185989"/>
              <a:ext cx="9353550" cy="1321699"/>
            </a:xfrm>
            <a:prstGeom prst="rect">
              <a:avLst/>
            </a:prstGeom>
          </p:spPr>
        </p:pic>
        <p:grpSp>
          <p:nvGrpSpPr>
            <p:cNvPr id="10" name="Csoportba foglalás 9">
              <a:extLst>
                <a:ext uri="{FF2B5EF4-FFF2-40B4-BE49-F238E27FC236}">
                  <a16:creationId xmlns:a16="http://schemas.microsoft.com/office/drawing/2014/main" id="{BECA1BCE-0E42-22E8-B341-E5F478C6B150}"/>
                </a:ext>
              </a:extLst>
            </p:cNvPr>
            <p:cNvGrpSpPr/>
            <p:nvPr/>
          </p:nvGrpSpPr>
          <p:grpSpPr>
            <a:xfrm>
              <a:off x="1391353" y="1152814"/>
              <a:ext cx="262440" cy="311040"/>
              <a:chOff x="1391353" y="1152814"/>
              <a:chExt cx="262440" cy="3110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8" name="Szabadkéz 7">
                    <a:extLst>
                      <a:ext uri="{FF2B5EF4-FFF2-40B4-BE49-F238E27FC236}">
                        <a16:creationId xmlns:a16="http://schemas.microsoft.com/office/drawing/2014/main" id="{DC12EB20-7C31-4088-C0EE-707C83B5B603}"/>
                      </a:ext>
                    </a:extLst>
                  </p14:cNvPr>
                  <p14:cNvContentPartPr/>
                  <p14:nvPr/>
                </p14:nvContentPartPr>
                <p14:xfrm>
                  <a:off x="1549753" y="1152814"/>
                  <a:ext cx="104040" cy="236880"/>
                </p14:xfrm>
              </p:contentPart>
            </mc:Choice>
            <mc:Fallback xmlns="">
              <p:pic>
                <p:nvPicPr>
                  <p:cNvPr id="8" name="Szabadkéz 7">
                    <a:extLst>
                      <a:ext uri="{FF2B5EF4-FFF2-40B4-BE49-F238E27FC236}">
                        <a16:creationId xmlns:a16="http://schemas.microsoft.com/office/drawing/2014/main" id="{DC12EB20-7C31-4088-C0EE-707C83B5B603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543633" y="1146694"/>
                    <a:ext cx="116280" cy="249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9" name="Szabadkéz 8">
                    <a:extLst>
                      <a:ext uri="{FF2B5EF4-FFF2-40B4-BE49-F238E27FC236}">
                        <a16:creationId xmlns:a16="http://schemas.microsoft.com/office/drawing/2014/main" id="{CF35D702-8DAD-7F4E-3689-D4A292345D9D}"/>
                      </a:ext>
                    </a:extLst>
                  </p14:cNvPr>
                  <p14:cNvContentPartPr/>
                  <p14:nvPr/>
                </p14:nvContentPartPr>
                <p14:xfrm>
                  <a:off x="1391353" y="1152814"/>
                  <a:ext cx="110520" cy="311040"/>
                </p14:xfrm>
              </p:contentPart>
            </mc:Choice>
            <mc:Fallback xmlns="">
              <p:pic>
                <p:nvPicPr>
                  <p:cNvPr id="9" name="Szabadkéz 8">
                    <a:extLst>
                      <a:ext uri="{FF2B5EF4-FFF2-40B4-BE49-F238E27FC236}">
                        <a16:creationId xmlns:a16="http://schemas.microsoft.com/office/drawing/2014/main" id="{CF35D702-8DAD-7F4E-3689-D4A292345D9D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385233" y="1146694"/>
                    <a:ext cx="122760" cy="3232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Szabadkéz 10">
                  <a:extLst>
                    <a:ext uri="{FF2B5EF4-FFF2-40B4-BE49-F238E27FC236}">
                      <a16:creationId xmlns:a16="http://schemas.microsoft.com/office/drawing/2014/main" id="{67230480-E187-DC0C-13C8-D680F8C5B9FB}"/>
                    </a:ext>
                  </a:extLst>
                </p14:cNvPr>
                <p14:cNvContentPartPr/>
                <p14:nvPr/>
              </p14:nvContentPartPr>
              <p14:xfrm>
                <a:off x="10614913" y="387454"/>
                <a:ext cx="70560" cy="276120"/>
              </p14:xfrm>
            </p:contentPart>
          </mc:Choice>
          <mc:Fallback xmlns="">
            <p:pic>
              <p:nvPicPr>
                <p:cNvPr id="11" name="Szabadkéz 10">
                  <a:extLst>
                    <a:ext uri="{FF2B5EF4-FFF2-40B4-BE49-F238E27FC236}">
                      <a16:creationId xmlns:a16="http://schemas.microsoft.com/office/drawing/2014/main" id="{67230480-E187-DC0C-13C8-D680F8C5B9F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608793" y="381334"/>
                  <a:ext cx="828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Szabadkéz 11">
                  <a:extLst>
                    <a:ext uri="{FF2B5EF4-FFF2-40B4-BE49-F238E27FC236}">
                      <a16:creationId xmlns:a16="http://schemas.microsoft.com/office/drawing/2014/main" id="{FC9501FD-FC26-47FC-137B-3ED5AB1D31EA}"/>
                    </a:ext>
                  </a:extLst>
                </p14:cNvPr>
                <p14:cNvContentPartPr/>
                <p14:nvPr/>
              </p14:nvContentPartPr>
              <p14:xfrm>
                <a:off x="10773673" y="327694"/>
                <a:ext cx="70920" cy="385560"/>
              </p14:xfrm>
            </p:contentPart>
          </mc:Choice>
          <mc:Fallback xmlns="">
            <p:pic>
              <p:nvPicPr>
                <p:cNvPr id="12" name="Szabadkéz 11">
                  <a:extLst>
                    <a:ext uri="{FF2B5EF4-FFF2-40B4-BE49-F238E27FC236}">
                      <a16:creationId xmlns:a16="http://schemas.microsoft.com/office/drawing/2014/main" id="{FC9501FD-FC26-47FC-137B-3ED5AB1D31E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767553" y="321574"/>
                  <a:ext cx="83160" cy="397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0484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CEA2C-00AE-F838-ABD7-AD520FD1C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soportba foglalás 3">
            <a:extLst>
              <a:ext uri="{FF2B5EF4-FFF2-40B4-BE49-F238E27FC236}">
                <a16:creationId xmlns:a16="http://schemas.microsoft.com/office/drawing/2014/main" id="{E9ED3DBA-7128-B2A9-EC35-FE218477F637}"/>
              </a:ext>
            </a:extLst>
          </p:cNvPr>
          <p:cNvGrpSpPr/>
          <p:nvPr/>
        </p:nvGrpSpPr>
        <p:grpSpPr>
          <a:xfrm>
            <a:off x="1369380" y="126354"/>
            <a:ext cx="9453240" cy="1321699"/>
            <a:chOff x="1391353" y="185989"/>
            <a:chExt cx="9453240" cy="1321699"/>
          </a:xfrm>
        </p:grpSpPr>
        <p:pic>
          <p:nvPicPr>
            <p:cNvPr id="5" name="Kép 4">
              <a:extLst>
                <a:ext uri="{FF2B5EF4-FFF2-40B4-BE49-F238E27FC236}">
                  <a16:creationId xmlns:a16="http://schemas.microsoft.com/office/drawing/2014/main" id="{45571A46-9456-88EE-5C75-E952E00D9D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9225" y="185989"/>
              <a:ext cx="9353550" cy="1321699"/>
            </a:xfrm>
            <a:prstGeom prst="rect">
              <a:avLst/>
            </a:prstGeom>
          </p:spPr>
        </p:pic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BD8C5E94-1A14-5B4C-9682-1C0842E89D4A}"/>
                </a:ext>
              </a:extLst>
            </p:cNvPr>
            <p:cNvGrpSpPr/>
            <p:nvPr/>
          </p:nvGrpSpPr>
          <p:grpSpPr>
            <a:xfrm>
              <a:off x="1391353" y="1152814"/>
              <a:ext cx="262440" cy="311040"/>
              <a:chOff x="1391353" y="1152814"/>
              <a:chExt cx="262440" cy="3110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9" name="Szabadkéz 8">
                    <a:extLst>
                      <a:ext uri="{FF2B5EF4-FFF2-40B4-BE49-F238E27FC236}">
                        <a16:creationId xmlns:a16="http://schemas.microsoft.com/office/drawing/2014/main" id="{18DBD846-3E2A-AD2F-3F3E-A5E2C9EAE53B}"/>
                      </a:ext>
                    </a:extLst>
                  </p14:cNvPr>
                  <p14:cNvContentPartPr/>
                  <p14:nvPr/>
                </p14:nvContentPartPr>
                <p14:xfrm>
                  <a:off x="1549753" y="1152814"/>
                  <a:ext cx="104040" cy="236880"/>
                </p14:xfrm>
              </p:contentPart>
            </mc:Choice>
            <mc:Fallback xmlns="">
              <p:pic>
                <p:nvPicPr>
                  <p:cNvPr id="9" name="Szabadkéz 8">
                    <a:extLst>
                      <a:ext uri="{FF2B5EF4-FFF2-40B4-BE49-F238E27FC236}">
                        <a16:creationId xmlns:a16="http://schemas.microsoft.com/office/drawing/2014/main" id="{18DBD846-3E2A-AD2F-3F3E-A5E2C9EAE53B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543633" y="1146694"/>
                    <a:ext cx="116280" cy="249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10" name="Szabadkéz 9">
                    <a:extLst>
                      <a:ext uri="{FF2B5EF4-FFF2-40B4-BE49-F238E27FC236}">
                        <a16:creationId xmlns:a16="http://schemas.microsoft.com/office/drawing/2014/main" id="{F25C207F-A664-A7B1-9A43-0E91EAB3702A}"/>
                      </a:ext>
                    </a:extLst>
                  </p14:cNvPr>
                  <p14:cNvContentPartPr/>
                  <p14:nvPr/>
                </p14:nvContentPartPr>
                <p14:xfrm>
                  <a:off x="1391353" y="1152814"/>
                  <a:ext cx="110520" cy="311040"/>
                </p14:xfrm>
              </p:contentPart>
            </mc:Choice>
            <mc:Fallback xmlns="">
              <p:pic>
                <p:nvPicPr>
                  <p:cNvPr id="10" name="Szabadkéz 9">
                    <a:extLst>
                      <a:ext uri="{FF2B5EF4-FFF2-40B4-BE49-F238E27FC236}">
                        <a16:creationId xmlns:a16="http://schemas.microsoft.com/office/drawing/2014/main" id="{F25C207F-A664-A7B1-9A43-0E91EAB3702A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385233" y="1146694"/>
                    <a:ext cx="122760" cy="3232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Szabadkéz 6">
                  <a:extLst>
                    <a:ext uri="{FF2B5EF4-FFF2-40B4-BE49-F238E27FC236}">
                      <a16:creationId xmlns:a16="http://schemas.microsoft.com/office/drawing/2014/main" id="{4B6008A2-3F18-9F45-4624-BF1EF11B9610}"/>
                    </a:ext>
                  </a:extLst>
                </p14:cNvPr>
                <p14:cNvContentPartPr/>
                <p14:nvPr/>
              </p14:nvContentPartPr>
              <p14:xfrm>
                <a:off x="10614913" y="387454"/>
                <a:ext cx="70560" cy="276120"/>
              </p14:xfrm>
            </p:contentPart>
          </mc:Choice>
          <mc:Fallback xmlns="">
            <p:pic>
              <p:nvPicPr>
                <p:cNvPr id="7" name="Szabadkéz 6">
                  <a:extLst>
                    <a:ext uri="{FF2B5EF4-FFF2-40B4-BE49-F238E27FC236}">
                      <a16:creationId xmlns:a16="http://schemas.microsoft.com/office/drawing/2014/main" id="{4B6008A2-3F18-9F45-4624-BF1EF11B961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608793" y="381334"/>
                  <a:ext cx="828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Szabadkéz 7">
                  <a:extLst>
                    <a:ext uri="{FF2B5EF4-FFF2-40B4-BE49-F238E27FC236}">
                      <a16:creationId xmlns:a16="http://schemas.microsoft.com/office/drawing/2014/main" id="{1ABDEE55-4BD0-E989-B430-72F3E65D3220}"/>
                    </a:ext>
                  </a:extLst>
                </p14:cNvPr>
                <p14:cNvContentPartPr/>
                <p14:nvPr/>
              </p14:nvContentPartPr>
              <p14:xfrm>
                <a:off x="10773673" y="327694"/>
                <a:ext cx="70920" cy="385560"/>
              </p14:xfrm>
            </p:contentPart>
          </mc:Choice>
          <mc:Fallback xmlns="">
            <p:pic>
              <p:nvPicPr>
                <p:cNvPr id="8" name="Szabadkéz 7">
                  <a:extLst>
                    <a:ext uri="{FF2B5EF4-FFF2-40B4-BE49-F238E27FC236}">
                      <a16:creationId xmlns:a16="http://schemas.microsoft.com/office/drawing/2014/main" id="{1ABDEE55-4BD0-E989-B430-72F3E65D322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767553" y="321574"/>
                  <a:ext cx="83160" cy="39780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15" name="Táblázat 14">
            <a:extLst>
              <a:ext uri="{FF2B5EF4-FFF2-40B4-BE49-F238E27FC236}">
                <a16:creationId xmlns:a16="http://schemas.microsoft.com/office/drawing/2014/main" id="{10099014-59DF-7839-5377-D81D469F3F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03191"/>
              </p:ext>
            </p:extLst>
          </p:nvPr>
        </p:nvGraphicFramePr>
        <p:xfrm>
          <a:off x="1019880" y="1461176"/>
          <a:ext cx="10527507" cy="43036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9169">
                  <a:extLst>
                    <a:ext uri="{9D8B030D-6E8A-4147-A177-3AD203B41FA5}">
                      <a16:colId xmlns:a16="http://schemas.microsoft.com/office/drawing/2014/main" val="653947895"/>
                    </a:ext>
                  </a:extLst>
                </a:gridCol>
                <a:gridCol w="3509169">
                  <a:extLst>
                    <a:ext uri="{9D8B030D-6E8A-4147-A177-3AD203B41FA5}">
                      <a16:colId xmlns:a16="http://schemas.microsoft.com/office/drawing/2014/main" val="1923443174"/>
                    </a:ext>
                  </a:extLst>
                </a:gridCol>
                <a:gridCol w="3509169">
                  <a:extLst>
                    <a:ext uri="{9D8B030D-6E8A-4147-A177-3AD203B41FA5}">
                      <a16:colId xmlns:a16="http://schemas.microsoft.com/office/drawing/2014/main" val="3327036852"/>
                    </a:ext>
                  </a:extLst>
                </a:gridCol>
              </a:tblGrid>
              <a:tr h="860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Csapattag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GitHub-</a:t>
                      </a:r>
                      <a:r>
                        <a:rPr lang="en-US" dirty="0" err="1"/>
                        <a:t>fiók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Commitok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1570551"/>
                  </a:ext>
                </a:extLst>
              </a:tr>
              <a:tr h="860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Rebeka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Rebeka12345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166021"/>
                  </a:ext>
                </a:extLst>
              </a:tr>
              <a:tr h="860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Ágnes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agnesmajer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3072170"/>
                  </a:ext>
                </a:extLst>
              </a:tr>
              <a:tr h="860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András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Leho05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042906"/>
                  </a:ext>
                </a:extLst>
              </a:tr>
              <a:tr h="860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Dávid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kisskiraly79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8622426"/>
                  </a:ext>
                </a:extLst>
              </a:tr>
            </a:tbl>
          </a:graphicData>
        </a:graphic>
      </p:graphicFrame>
      <p:sp>
        <p:nvSpPr>
          <p:cNvPr id="16" name="Téglalap 15">
            <a:extLst>
              <a:ext uri="{FF2B5EF4-FFF2-40B4-BE49-F238E27FC236}">
                <a16:creationId xmlns:a16="http://schemas.microsoft.com/office/drawing/2014/main" id="{B9FD13FB-1613-1626-BFD7-06D2EE370163}"/>
              </a:ext>
            </a:extLst>
          </p:cNvPr>
          <p:cNvSpPr/>
          <p:nvPr/>
        </p:nvSpPr>
        <p:spPr>
          <a:xfrm>
            <a:off x="3229524" y="5764821"/>
            <a:ext cx="48604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Összes </a:t>
            </a:r>
            <a:r>
              <a:rPr lang="hu-HU" sz="54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commit</a:t>
            </a:r>
            <a:r>
              <a:rPr lang="hu-H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:</a:t>
            </a:r>
            <a:endParaRPr lang="hu-HU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1619B891-D903-BCBA-CA21-F0269908B78B}"/>
              </a:ext>
            </a:extLst>
          </p:cNvPr>
          <p:cNvSpPr/>
          <p:nvPr/>
        </p:nvSpPr>
        <p:spPr>
          <a:xfrm>
            <a:off x="7857730" y="5715983"/>
            <a:ext cx="1199185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u-HU" sz="6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2042197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30C65-5DDD-D887-F046-1FEF4FDD3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9BCAE3B1-1541-FC41-FD72-4495E33025B6}"/>
              </a:ext>
            </a:extLst>
          </p:cNvPr>
          <p:cNvGrpSpPr/>
          <p:nvPr/>
        </p:nvGrpSpPr>
        <p:grpSpPr>
          <a:xfrm>
            <a:off x="1369380" y="126354"/>
            <a:ext cx="9453240" cy="1321699"/>
            <a:chOff x="1391353" y="185989"/>
            <a:chExt cx="9453240" cy="1321699"/>
          </a:xfrm>
        </p:grpSpPr>
        <p:pic>
          <p:nvPicPr>
            <p:cNvPr id="3" name="Kép 2">
              <a:extLst>
                <a:ext uri="{FF2B5EF4-FFF2-40B4-BE49-F238E27FC236}">
                  <a16:creationId xmlns:a16="http://schemas.microsoft.com/office/drawing/2014/main" id="{83911052-A2A0-F8AB-3EFB-9314786BC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9225" y="185989"/>
              <a:ext cx="9353550" cy="1321699"/>
            </a:xfrm>
            <a:prstGeom prst="rect">
              <a:avLst/>
            </a:prstGeom>
          </p:spPr>
        </p:pic>
        <p:grpSp>
          <p:nvGrpSpPr>
            <p:cNvPr id="4" name="Csoportba foglalás 3">
              <a:extLst>
                <a:ext uri="{FF2B5EF4-FFF2-40B4-BE49-F238E27FC236}">
                  <a16:creationId xmlns:a16="http://schemas.microsoft.com/office/drawing/2014/main" id="{CCE395F5-7A0E-793C-16BE-BA99F8480CC1}"/>
                </a:ext>
              </a:extLst>
            </p:cNvPr>
            <p:cNvGrpSpPr/>
            <p:nvPr/>
          </p:nvGrpSpPr>
          <p:grpSpPr>
            <a:xfrm>
              <a:off x="1391353" y="1152814"/>
              <a:ext cx="262440" cy="311040"/>
              <a:chOff x="1391353" y="1152814"/>
              <a:chExt cx="262440" cy="3110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7" name="Szabadkéz 6">
                    <a:extLst>
                      <a:ext uri="{FF2B5EF4-FFF2-40B4-BE49-F238E27FC236}">
                        <a16:creationId xmlns:a16="http://schemas.microsoft.com/office/drawing/2014/main" id="{8718958E-476F-E177-EFC1-803322B5FFDA}"/>
                      </a:ext>
                    </a:extLst>
                  </p14:cNvPr>
                  <p14:cNvContentPartPr/>
                  <p14:nvPr/>
                </p14:nvContentPartPr>
                <p14:xfrm>
                  <a:off x="1549753" y="1152814"/>
                  <a:ext cx="104040" cy="236880"/>
                </p14:xfrm>
              </p:contentPart>
            </mc:Choice>
            <mc:Fallback xmlns="">
              <p:pic>
                <p:nvPicPr>
                  <p:cNvPr id="9" name="Szabadkéz 8">
                    <a:extLst>
                      <a:ext uri="{FF2B5EF4-FFF2-40B4-BE49-F238E27FC236}">
                        <a16:creationId xmlns:a16="http://schemas.microsoft.com/office/drawing/2014/main" id="{18DBD846-3E2A-AD2F-3F3E-A5E2C9EAE53B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543633" y="1146694"/>
                    <a:ext cx="116280" cy="249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8" name="Szabadkéz 7">
                    <a:extLst>
                      <a:ext uri="{FF2B5EF4-FFF2-40B4-BE49-F238E27FC236}">
                        <a16:creationId xmlns:a16="http://schemas.microsoft.com/office/drawing/2014/main" id="{6744F049-D468-265B-DCC9-29764673E9D4}"/>
                      </a:ext>
                    </a:extLst>
                  </p14:cNvPr>
                  <p14:cNvContentPartPr/>
                  <p14:nvPr/>
                </p14:nvContentPartPr>
                <p14:xfrm>
                  <a:off x="1391353" y="1152814"/>
                  <a:ext cx="110520" cy="311040"/>
                </p14:xfrm>
              </p:contentPart>
            </mc:Choice>
            <mc:Fallback xmlns="">
              <p:pic>
                <p:nvPicPr>
                  <p:cNvPr id="10" name="Szabadkéz 9">
                    <a:extLst>
                      <a:ext uri="{FF2B5EF4-FFF2-40B4-BE49-F238E27FC236}">
                        <a16:creationId xmlns:a16="http://schemas.microsoft.com/office/drawing/2014/main" id="{F25C207F-A664-A7B1-9A43-0E91EAB3702A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385233" y="1146694"/>
                    <a:ext cx="122760" cy="3232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Szabadkéz 4">
                  <a:extLst>
                    <a:ext uri="{FF2B5EF4-FFF2-40B4-BE49-F238E27FC236}">
                      <a16:creationId xmlns:a16="http://schemas.microsoft.com/office/drawing/2014/main" id="{957B18A7-7F2C-4D53-F42F-2D5EEC764FA9}"/>
                    </a:ext>
                  </a:extLst>
                </p14:cNvPr>
                <p14:cNvContentPartPr/>
                <p14:nvPr/>
              </p14:nvContentPartPr>
              <p14:xfrm>
                <a:off x="10614913" y="387454"/>
                <a:ext cx="70560" cy="276120"/>
              </p14:xfrm>
            </p:contentPart>
          </mc:Choice>
          <mc:Fallback xmlns="">
            <p:pic>
              <p:nvPicPr>
                <p:cNvPr id="7" name="Szabadkéz 6">
                  <a:extLst>
                    <a:ext uri="{FF2B5EF4-FFF2-40B4-BE49-F238E27FC236}">
                      <a16:creationId xmlns:a16="http://schemas.microsoft.com/office/drawing/2014/main" id="{4B6008A2-3F18-9F45-4624-BF1EF11B961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608793" y="381334"/>
                  <a:ext cx="828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Szabadkéz 5">
                  <a:extLst>
                    <a:ext uri="{FF2B5EF4-FFF2-40B4-BE49-F238E27FC236}">
                      <a16:creationId xmlns:a16="http://schemas.microsoft.com/office/drawing/2014/main" id="{A995A9F8-8101-2E58-9F69-F4F5640EA4BF}"/>
                    </a:ext>
                  </a:extLst>
                </p14:cNvPr>
                <p14:cNvContentPartPr/>
                <p14:nvPr/>
              </p14:nvContentPartPr>
              <p14:xfrm>
                <a:off x="10773673" y="327694"/>
                <a:ext cx="70920" cy="385560"/>
              </p14:xfrm>
            </p:contentPart>
          </mc:Choice>
          <mc:Fallback xmlns="">
            <p:pic>
              <p:nvPicPr>
                <p:cNvPr id="8" name="Szabadkéz 7">
                  <a:extLst>
                    <a:ext uri="{FF2B5EF4-FFF2-40B4-BE49-F238E27FC236}">
                      <a16:creationId xmlns:a16="http://schemas.microsoft.com/office/drawing/2014/main" id="{1ABDEE55-4BD0-E989-B430-72F3E65D322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767553" y="321574"/>
                  <a:ext cx="83160" cy="39780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9" name="Táblázat 8">
            <a:extLst>
              <a:ext uri="{FF2B5EF4-FFF2-40B4-BE49-F238E27FC236}">
                <a16:creationId xmlns:a16="http://schemas.microsoft.com/office/drawing/2014/main" id="{5008AC67-2535-5729-BDC0-562FD9B7B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775342"/>
              </p:ext>
            </p:extLst>
          </p:nvPr>
        </p:nvGraphicFramePr>
        <p:xfrm>
          <a:off x="1019880" y="1461176"/>
          <a:ext cx="10527507" cy="43036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9169">
                  <a:extLst>
                    <a:ext uri="{9D8B030D-6E8A-4147-A177-3AD203B41FA5}">
                      <a16:colId xmlns:a16="http://schemas.microsoft.com/office/drawing/2014/main" val="653947895"/>
                    </a:ext>
                  </a:extLst>
                </a:gridCol>
                <a:gridCol w="3509169">
                  <a:extLst>
                    <a:ext uri="{9D8B030D-6E8A-4147-A177-3AD203B41FA5}">
                      <a16:colId xmlns:a16="http://schemas.microsoft.com/office/drawing/2014/main" val="1923443174"/>
                    </a:ext>
                  </a:extLst>
                </a:gridCol>
                <a:gridCol w="3509169">
                  <a:extLst>
                    <a:ext uri="{9D8B030D-6E8A-4147-A177-3AD203B41FA5}">
                      <a16:colId xmlns:a16="http://schemas.microsoft.com/office/drawing/2014/main" val="3327036852"/>
                    </a:ext>
                  </a:extLst>
                </a:gridCol>
              </a:tblGrid>
              <a:tr h="860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Csapattag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GitHub-</a:t>
                      </a:r>
                      <a:r>
                        <a:rPr lang="en-US" dirty="0" err="1"/>
                        <a:t>fiók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Commitok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1570551"/>
                  </a:ext>
                </a:extLst>
              </a:tr>
              <a:tr h="860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Rebeka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Rebeka12345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166021"/>
                  </a:ext>
                </a:extLst>
              </a:tr>
              <a:tr h="860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Ágnes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agnesmajer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3072170"/>
                  </a:ext>
                </a:extLst>
              </a:tr>
              <a:tr h="860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András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Leho05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042906"/>
                  </a:ext>
                </a:extLst>
              </a:tr>
              <a:tr h="860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Dávid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kisskiraly79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8622426"/>
                  </a:ext>
                </a:extLst>
              </a:tr>
            </a:tbl>
          </a:graphicData>
        </a:graphic>
      </p:graphicFrame>
      <p:sp>
        <p:nvSpPr>
          <p:cNvPr id="10" name="Téglalap 9">
            <a:extLst>
              <a:ext uri="{FF2B5EF4-FFF2-40B4-BE49-F238E27FC236}">
                <a16:creationId xmlns:a16="http://schemas.microsoft.com/office/drawing/2014/main" id="{ACEDDD22-F54A-709D-2DD4-9B4E23B83214}"/>
              </a:ext>
            </a:extLst>
          </p:cNvPr>
          <p:cNvSpPr/>
          <p:nvPr/>
        </p:nvSpPr>
        <p:spPr>
          <a:xfrm>
            <a:off x="3229524" y="5764821"/>
            <a:ext cx="48604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Összes </a:t>
            </a:r>
            <a:r>
              <a:rPr lang="hu-HU" sz="54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commit</a:t>
            </a:r>
            <a:r>
              <a:rPr lang="hu-H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:</a:t>
            </a:r>
            <a:endParaRPr lang="hu-HU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4B94A74B-29AD-EE09-43AC-909426219B1C}"/>
              </a:ext>
            </a:extLst>
          </p:cNvPr>
          <p:cNvSpPr/>
          <p:nvPr/>
        </p:nvSpPr>
        <p:spPr>
          <a:xfrm>
            <a:off x="7857730" y="5715983"/>
            <a:ext cx="1199185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u-HU" sz="6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67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F3844EF7-F8AD-3BA3-1E99-C8728730436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27405">
            <a:off x="5221735" y="2250191"/>
            <a:ext cx="7478741" cy="7478741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4D505348-76AE-55BC-2FC0-E56DCE9A0EE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04229">
            <a:off x="-550551" y="660768"/>
            <a:ext cx="7317416" cy="731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517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85185E-6 L 0.00442 -0.26991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" y="-134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6F31A-48A1-1718-4457-584A14FE0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64EB6C2B-FF93-CDC2-231E-2A18F827D048}"/>
              </a:ext>
            </a:extLst>
          </p:cNvPr>
          <p:cNvGrpSpPr/>
          <p:nvPr/>
        </p:nvGrpSpPr>
        <p:grpSpPr>
          <a:xfrm>
            <a:off x="127001" y="114220"/>
            <a:ext cx="11457936" cy="1081800"/>
            <a:chOff x="127001" y="114220"/>
            <a:chExt cx="11457936" cy="1081800"/>
          </a:xfrm>
        </p:grpSpPr>
        <p:pic>
          <p:nvPicPr>
            <p:cNvPr id="5" name="Kép 4">
              <a:extLst>
                <a:ext uri="{FF2B5EF4-FFF2-40B4-BE49-F238E27FC236}">
                  <a16:creationId xmlns:a16="http://schemas.microsoft.com/office/drawing/2014/main" id="{7CDDFEB8-E3A5-433A-6946-8FA68D53CB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001" y="254001"/>
              <a:ext cx="11457936" cy="825499"/>
            </a:xfrm>
            <a:prstGeom prst="rect">
              <a:avLst/>
            </a:prstGeom>
          </p:spPr>
        </p:pic>
        <p:grpSp>
          <p:nvGrpSpPr>
            <p:cNvPr id="8" name="Csoportba foglalás 7">
              <a:extLst>
                <a:ext uri="{FF2B5EF4-FFF2-40B4-BE49-F238E27FC236}">
                  <a16:creationId xmlns:a16="http://schemas.microsoft.com/office/drawing/2014/main" id="{6373C9BE-D6E2-936E-9250-407C7032B4BE}"/>
                </a:ext>
              </a:extLst>
            </p:cNvPr>
            <p:cNvGrpSpPr/>
            <p:nvPr/>
          </p:nvGrpSpPr>
          <p:grpSpPr>
            <a:xfrm>
              <a:off x="227000" y="800020"/>
              <a:ext cx="187200" cy="396000"/>
              <a:chOff x="227000" y="800020"/>
              <a:chExt cx="187200" cy="3960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6" name="Szabadkéz 5">
                    <a:extLst>
                      <a:ext uri="{FF2B5EF4-FFF2-40B4-BE49-F238E27FC236}">
                        <a16:creationId xmlns:a16="http://schemas.microsoft.com/office/drawing/2014/main" id="{D531CB7E-DBB2-D130-8EDC-81DDD11F5ACD}"/>
                      </a:ext>
                    </a:extLst>
                  </p14:cNvPr>
                  <p14:cNvContentPartPr/>
                  <p14:nvPr/>
                </p14:nvContentPartPr>
                <p14:xfrm>
                  <a:off x="354080" y="800020"/>
                  <a:ext cx="60120" cy="318240"/>
                </p14:xfrm>
              </p:contentPart>
            </mc:Choice>
            <mc:Fallback xmlns="">
              <p:pic>
                <p:nvPicPr>
                  <p:cNvPr id="6" name="Szabadkéz 5">
                    <a:extLst>
                      <a:ext uri="{FF2B5EF4-FFF2-40B4-BE49-F238E27FC236}">
                        <a16:creationId xmlns:a16="http://schemas.microsoft.com/office/drawing/2014/main" id="{D531CB7E-DBB2-D130-8EDC-81DDD11F5ACD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347960" y="793900"/>
                    <a:ext cx="72360" cy="330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7" name="Szabadkéz 6">
                    <a:extLst>
                      <a:ext uri="{FF2B5EF4-FFF2-40B4-BE49-F238E27FC236}">
                        <a16:creationId xmlns:a16="http://schemas.microsoft.com/office/drawing/2014/main" id="{9B23D999-D5FE-7ADD-AA56-438B113732C5}"/>
                      </a:ext>
                    </a:extLst>
                  </p14:cNvPr>
                  <p14:cNvContentPartPr/>
                  <p14:nvPr/>
                </p14:nvContentPartPr>
                <p14:xfrm>
                  <a:off x="227000" y="838180"/>
                  <a:ext cx="65160" cy="357840"/>
                </p14:xfrm>
              </p:contentPart>
            </mc:Choice>
            <mc:Fallback xmlns="">
              <p:pic>
                <p:nvPicPr>
                  <p:cNvPr id="7" name="Szabadkéz 6">
                    <a:extLst>
                      <a:ext uri="{FF2B5EF4-FFF2-40B4-BE49-F238E27FC236}">
                        <a16:creationId xmlns:a16="http://schemas.microsoft.com/office/drawing/2014/main" id="{9B23D999-D5FE-7ADD-AA56-438B113732C5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220880" y="832060"/>
                    <a:ext cx="77400" cy="3700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1" name="Csoportba foglalás 10">
              <a:extLst>
                <a:ext uri="{FF2B5EF4-FFF2-40B4-BE49-F238E27FC236}">
                  <a16:creationId xmlns:a16="http://schemas.microsoft.com/office/drawing/2014/main" id="{AF7D7AD1-F4A2-2F9C-C574-5E42F5E458F6}"/>
                </a:ext>
              </a:extLst>
            </p:cNvPr>
            <p:cNvGrpSpPr/>
            <p:nvPr/>
          </p:nvGrpSpPr>
          <p:grpSpPr>
            <a:xfrm>
              <a:off x="11252000" y="114220"/>
              <a:ext cx="320400" cy="352800"/>
              <a:chOff x="11252000" y="114220"/>
              <a:chExt cx="320400" cy="352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9" name="Szabadkéz 8">
                    <a:extLst>
                      <a:ext uri="{FF2B5EF4-FFF2-40B4-BE49-F238E27FC236}">
                        <a16:creationId xmlns:a16="http://schemas.microsoft.com/office/drawing/2014/main" id="{D6F78264-3649-BD3C-70EF-C9C99133E92B}"/>
                      </a:ext>
                    </a:extLst>
                  </p14:cNvPr>
                  <p14:cNvContentPartPr/>
                  <p14:nvPr/>
                </p14:nvContentPartPr>
                <p14:xfrm>
                  <a:off x="11252000" y="241300"/>
                  <a:ext cx="129240" cy="225720"/>
                </p14:xfrm>
              </p:contentPart>
            </mc:Choice>
            <mc:Fallback xmlns="">
              <p:pic>
                <p:nvPicPr>
                  <p:cNvPr id="9" name="Szabadkéz 8">
                    <a:extLst>
                      <a:ext uri="{FF2B5EF4-FFF2-40B4-BE49-F238E27FC236}">
                        <a16:creationId xmlns:a16="http://schemas.microsoft.com/office/drawing/2014/main" id="{D6F78264-3649-BD3C-70EF-C9C99133E92B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1245880" y="235180"/>
                    <a:ext cx="141480" cy="237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10" name="Szabadkéz 9">
                    <a:extLst>
                      <a:ext uri="{FF2B5EF4-FFF2-40B4-BE49-F238E27FC236}">
                        <a16:creationId xmlns:a16="http://schemas.microsoft.com/office/drawing/2014/main" id="{D3D4A65E-8077-CDD7-1C9A-B3132821033D}"/>
                      </a:ext>
                    </a:extLst>
                  </p14:cNvPr>
                  <p14:cNvContentPartPr/>
                  <p14:nvPr/>
                </p14:nvContentPartPr>
                <p14:xfrm>
                  <a:off x="11379080" y="114220"/>
                  <a:ext cx="193320" cy="322200"/>
                </p14:xfrm>
              </p:contentPart>
            </mc:Choice>
            <mc:Fallback xmlns="">
              <p:pic>
                <p:nvPicPr>
                  <p:cNvPr id="10" name="Szabadkéz 9">
                    <a:extLst>
                      <a:ext uri="{FF2B5EF4-FFF2-40B4-BE49-F238E27FC236}">
                        <a16:creationId xmlns:a16="http://schemas.microsoft.com/office/drawing/2014/main" id="{D3D4A65E-8077-CDD7-1C9A-B3132821033D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1372960" y="108100"/>
                    <a:ext cx="205560" cy="33444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81934ECD-3D5E-14C8-3ED0-ECB816D0E38D}"/>
              </a:ext>
            </a:extLst>
          </p:cNvPr>
          <p:cNvSpPr txBox="1"/>
          <p:nvPr/>
        </p:nvSpPr>
        <p:spPr>
          <a:xfrm>
            <a:off x="544214" y="1409343"/>
            <a:ext cx="1093152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 </a:t>
            </a:r>
            <a:r>
              <a:rPr lang="en-US" sz="2400" dirty="0" err="1"/>
              <a:t>csapaton</a:t>
            </a:r>
            <a:r>
              <a:rPr lang="en-US" sz="2400" dirty="0"/>
              <a:t> </a:t>
            </a:r>
            <a:r>
              <a:rPr lang="en-US" sz="2400" dirty="0" err="1"/>
              <a:t>belüli</a:t>
            </a:r>
            <a:r>
              <a:rPr lang="en-US" sz="2400" dirty="0"/>
              <a:t> </a:t>
            </a:r>
            <a:r>
              <a:rPr lang="en-US" sz="2400" dirty="0" err="1"/>
              <a:t>együttműködés</a:t>
            </a:r>
            <a:r>
              <a:rPr lang="en-US" sz="2400" dirty="0"/>
              <a:t> </a:t>
            </a:r>
            <a:r>
              <a:rPr lang="en-US" sz="2400" dirty="0" err="1"/>
              <a:t>gördülékenyen</a:t>
            </a:r>
            <a:r>
              <a:rPr lang="en-US" sz="2400" dirty="0"/>
              <a:t> </a:t>
            </a:r>
            <a:r>
              <a:rPr lang="en-US" sz="2400" dirty="0" err="1"/>
              <a:t>működik</a:t>
            </a:r>
            <a:r>
              <a:rPr lang="en-US" sz="2400" dirty="0"/>
              <a:t>.</a:t>
            </a:r>
            <a:endParaRPr lang="hu-HU" sz="2400" dirty="0"/>
          </a:p>
          <a:p>
            <a:r>
              <a:rPr lang="en-US" sz="2400" dirty="0"/>
              <a:t>A </a:t>
            </a:r>
            <a:r>
              <a:rPr lang="en-US" sz="2400" dirty="0" err="1"/>
              <a:t>folyamatos</a:t>
            </a:r>
            <a:r>
              <a:rPr lang="en-US" sz="2400" dirty="0"/>
              <a:t> </a:t>
            </a:r>
            <a:r>
              <a:rPr lang="en-US" sz="2400" dirty="0" err="1"/>
              <a:t>kapcsolattartást</a:t>
            </a:r>
            <a:r>
              <a:rPr lang="en-US" sz="2400" dirty="0"/>
              <a:t> </a:t>
            </a:r>
            <a:r>
              <a:rPr lang="en-US" sz="2400" dirty="0" err="1"/>
              <a:t>egy</a:t>
            </a:r>
            <a:r>
              <a:rPr lang="en-US" sz="2400" dirty="0"/>
              <a:t> </a:t>
            </a:r>
            <a:r>
              <a:rPr lang="en-US" sz="2400" dirty="0" err="1"/>
              <a:t>közös</a:t>
            </a:r>
            <a:r>
              <a:rPr lang="en-US" sz="2400" dirty="0"/>
              <a:t> Messenger-</a:t>
            </a:r>
            <a:r>
              <a:rPr lang="en-US" sz="2400" dirty="0" err="1"/>
              <a:t>csoportban</a:t>
            </a:r>
            <a:r>
              <a:rPr lang="en-US" sz="2400" dirty="0"/>
              <a:t> </a:t>
            </a:r>
            <a:r>
              <a:rPr lang="en-US" sz="2400" dirty="0" err="1"/>
              <a:t>biztosítjuk</a:t>
            </a:r>
            <a:r>
              <a:rPr lang="en-US" sz="2400" dirty="0"/>
              <a:t>, </a:t>
            </a:r>
            <a:r>
              <a:rPr lang="en-US" sz="2400" dirty="0" err="1"/>
              <a:t>ahol</a:t>
            </a:r>
            <a:r>
              <a:rPr lang="hu-HU" sz="2400" dirty="0"/>
              <a:t> </a:t>
            </a:r>
            <a:r>
              <a:rPr lang="en-US" sz="2400" dirty="0" err="1"/>
              <a:t>egyeztetünk</a:t>
            </a:r>
            <a:r>
              <a:rPr lang="en-US" sz="2400" dirty="0"/>
              <a:t> a </a:t>
            </a:r>
            <a:r>
              <a:rPr lang="en-US" sz="2400" dirty="0" err="1"/>
              <a:t>feladatokról</a:t>
            </a:r>
            <a:r>
              <a:rPr lang="en-US" sz="2400" dirty="0"/>
              <a:t> </a:t>
            </a:r>
            <a:r>
              <a:rPr lang="en-US" sz="2400" dirty="0" err="1"/>
              <a:t>és</a:t>
            </a:r>
            <a:r>
              <a:rPr lang="en-US" sz="2400" dirty="0"/>
              <a:t> a </a:t>
            </a:r>
            <a:r>
              <a:rPr lang="en-US" sz="2400" dirty="0" err="1"/>
              <a:t>fejlesztések</a:t>
            </a:r>
            <a:r>
              <a:rPr lang="en-US" sz="2400" dirty="0"/>
              <a:t> </a:t>
            </a:r>
            <a:r>
              <a:rPr lang="en-US" sz="2400" dirty="0" err="1"/>
              <a:t>előrehaladásáról</a:t>
            </a:r>
            <a:r>
              <a:rPr lang="en-US" sz="2400" dirty="0"/>
              <a:t>.</a:t>
            </a:r>
            <a:endParaRPr lang="hu-HU" sz="2400" dirty="0"/>
          </a:p>
          <a:p>
            <a:pPr>
              <a:buNone/>
            </a:pPr>
            <a:endParaRPr lang="en-US" sz="2400" dirty="0"/>
          </a:p>
          <a:p>
            <a:r>
              <a:rPr lang="en-US" sz="2400" dirty="0"/>
              <a:t>A </a:t>
            </a:r>
            <a:r>
              <a:rPr lang="en-US" sz="2400" dirty="0" err="1"/>
              <a:t>párhuzamos</a:t>
            </a:r>
            <a:r>
              <a:rPr lang="en-US" sz="2400" dirty="0"/>
              <a:t> </a:t>
            </a:r>
            <a:r>
              <a:rPr lang="en-US" sz="2400" dirty="0" err="1"/>
              <a:t>fejlesztésből</a:t>
            </a:r>
            <a:r>
              <a:rPr lang="en-US" sz="2400" dirty="0"/>
              <a:t> </a:t>
            </a:r>
            <a:r>
              <a:rPr lang="en-US" sz="2400" dirty="0" err="1"/>
              <a:t>adódó</a:t>
            </a:r>
            <a:r>
              <a:rPr lang="en-US" sz="2400" dirty="0"/>
              <a:t> </a:t>
            </a:r>
            <a:r>
              <a:rPr lang="en-US" sz="2400" dirty="0" err="1"/>
              <a:t>konfliktusok</a:t>
            </a:r>
            <a:r>
              <a:rPr lang="en-US" sz="2400" dirty="0"/>
              <a:t> </a:t>
            </a:r>
            <a:r>
              <a:rPr lang="en-US" sz="2400" dirty="0" err="1"/>
              <a:t>elkerülése</a:t>
            </a:r>
            <a:r>
              <a:rPr lang="en-US" sz="2400" dirty="0"/>
              <a:t> </a:t>
            </a:r>
            <a:r>
              <a:rPr lang="en-US" sz="2400" dirty="0" err="1"/>
              <a:t>érdekében</a:t>
            </a:r>
            <a:r>
              <a:rPr lang="en-US" sz="2400" dirty="0"/>
              <a:t> </a:t>
            </a:r>
            <a:r>
              <a:rPr lang="en-US" sz="2400" dirty="0" err="1"/>
              <a:t>egy</a:t>
            </a:r>
            <a:r>
              <a:rPr lang="en-US" sz="2400" dirty="0"/>
              <a:t> </a:t>
            </a:r>
            <a:r>
              <a:rPr lang="en-US" sz="2400" dirty="0" err="1"/>
              <a:t>egyszerű</a:t>
            </a:r>
            <a:r>
              <a:rPr lang="en-US" sz="2400" dirty="0"/>
              <a:t> Discord-</a:t>
            </a:r>
            <a:r>
              <a:rPr lang="en-US" sz="2400" dirty="0" err="1"/>
              <a:t>alapú</a:t>
            </a:r>
            <a:r>
              <a:rPr lang="en-US" sz="2400" dirty="0"/>
              <a:t> </a:t>
            </a:r>
            <a:r>
              <a:rPr lang="en-US" sz="2400" dirty="0" err="1"/>
              <a:t>megoldást</a:t>
            </a:r>
            <a:r>
              <a:rPr lang="en-US" sz="2400" dirty="0"/>
              <a:t> is </a:t>
            </a:r>
            <a:r>
              <a:rPr lang="en-US" sz="2400" dirty="0" err="1"/>
              <a:t>bevezettünk</a:t>
            </a:r>
            <a:r>
              <a:rPr lang="en-US" sz="2400" dirty="0"/>
              <a:t>.</a:t>
            </a:r>
            <a:endParaRPr lang="hu-HU" sz="2400" dirty="0"/>
          </a:p>
          <a:p>
            <a:pPr>
              <a:buNone/>
            </a:pPr>
            <a:r>
              <a:rPr lang="en-US" sz="2400" dirty="0"/>
              <a:t>Aki </a:t>
            </a:r>
            <a:r>
              <a:rPr lang="en-US" sz="2400" dirty="0" err="1"/>
              <a:t>éppen</a:t>
            </a:r>
            <a:r>
              <a:rPr lang="en-US" sz="2400" dirty="0"/>
              <a:t> a </a:t>
            </a:r>
            <a:r>
              <a:rPr lang="en-US" sz="2400" dirty="0" err="1"/>
              <a:t>projekten</a:t>
            </a:r>
            <a:r>
              <a:rPr lang="en-US" sz="2400" dirty="0"/>
              <a:t> </a:t>
            </a:r>
            <a:r>
              <a:rPr lang="en-US" sz="2400" dirty="0" err="1"/>
              <a:t>dolgozik</a:t>
            </a:r>
            <a:r>
              <a:rPr lang="en-US" sz="2400" dirty="0"/>
              <a:t>, </a:t>
            </a:r>
            <a:r>
              <a:rPr lang="en-US" sz="2400" dirty="0" err="1"/>
              <a:t>belép</a:t>
            </a:r>
            <a:r>
              <a:rPr lang="en-US" sz="2400" dirty="0"/>
              <a:t> a </a:t>
            </a:r>
            <a:r>
              <a:rPr lang="en-US" sz="2400" dirty="0" err="1"/>
              <a:t>közös</a:t>
            </a:r>
            <a:r>
              <a:rPr lang="en-US" sz="2400" dirty="0"/>
              <a:t> Discord-</a:t>
            </a:r>
            <a:r>
              <a:rPr lang="en-US" sz="2400" dirty="0" err="1"/>
              <a:t>hangcsatornába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dirty="0" err="1"/>
              <a:t>Így</a:t>
            </a:r>
            <a:r>
              <a:rPr lang="en-US" sz="2400" dirty="0"/>
              <a:t> </a:t>
            </a:r>
            <a:r>
              <a:rPr lang="en-US" sz="2400" dirty="0" err="1"/>
              <a:t>minden</a:t>
            </a:r>
            <a:r>
              <a:rPr lang="en-US" sz="2400" dirty="0"/>
              <a:t> </a:t>
            </a:r>
            <a:r>
              <a:rPr lang="en-US" sz="2400" dirty="0" err="1"/>
              <a:t>csapattag</a:t>
            </a:r>
            <a:r>
              <a:rPr lang="en-US" sz="2400" dirty="0"/>
              <a:t> </a:t>
            </a:r>
            <a:r>
              <a:rPr lang="en-US" sz="2400" dirty="0" err="1"/>
              <a:t>láthatja</a:t>
            </a:r>
            <a:r>
              <a:rPr lang="en-US" sz="2400" dirty="0"/>
              <a:t>, ha </a:t>
            </a:r>
            <a:r>
              <a:rPr lang="en-US" sz="2400" dirty="0" err="1"/>
              <a:t>valaki</a:t>
            </a:r>
            <a:r>
              <a:rPr lang="en-US" sz="2400" dirty="0"/>
              <a:t> </a:t>
            </a:r>
            <a:r>
              <a:rPr lang="en-US" sz="2400" dirty="0" err="1"/>
              <a:t>éppen</a:t>
            </a:r>
            <a:r>
              <a:rPr lang="en-US" sz="2400" dirty="0"/>
              <a:t> </a:t>
            </a:r>
            <a:r>
              <a:rPr lang="en-US" sz="2400" dirty="0" err="1"/>
              <a:t>aktívan</a:t>
            </a:r>
            <a:r>
              <a:rPr lang="en-US" sz="2400" dirty="0"/>
              <a:t> </a:t>
            </a:r>
            <a:r>
              <a:rPr lang="en-US" sz="2400" dirty="0" err="1"/>
              <a:t>fejleszt</a:t>
            </a:r>
            <a:r>
              <a:rPr lang="en-US" sz="2400" dirty="0"/>
              <a:t>.</a:t>
            </a:r>
            <a:endParaRPr lang="hu-HU" sz="2400" dirty="0"/>
          </a:p>
          <a:p>
            <a:pPr>
              <a:buNone/>
            </a:pPr>
            <a:r>
              <a:rPr lang="en-US" sz="2400" dirty="0" err="1"/>
              <a:t>Amennyiben</a:t>
            </a:r>
            <a:r>
              <a:rPr lang="en-US" sz="2400" dirty="0"/>
              <a:t> </a:t>
            </a:r>
            <a:r>
              <a:rPr lang="en-US" sz="2400" dirty="0" err="1"/>
              <a:t>többen</a:t>
            </a:r>
            <a:r>
              <a:rPr lang="en-US" sz="2400" dirty="0"/>
              <a:t> is </a:t>
            </a:r>
            <a:r>
              <a:rPr lang="en-US" sz="2400" dirty="0" err="1"/>
              <a:t>egy</a:t>
            </a:r>
            <a:r>
              <a:rPr lang="en-US" sz="2400" dirty="0"/>
              <a:t> </a:t>
            </a:r>
            <a:r>
              <a:rPr lang="en-US" sz="2400" dirty="0" err="1"/>
              <a:t>időben</a:t>
            </a:r>
            <a:r>
              <a:rPr lang="en-US" sz="2400" dirty="0"/>
              <a:t> </a:t>
            </a:r>
            <a:r>
              <a:rPr lang="en-US" sz="2400" dirty="0" err="1"/>
              <a:t>dolgoznánk</a:t>
            </a:r>
            <a:r>
              <a:rPr lang="en-US" sz="2400" dirty="0"/>
              <a:t>, </a:t>
            </a:r>
            <a:r>
              <a:rPr lang="en-US" sz="2400" dirty="0" err="1"/>
              <a:t>könnyen</a:t>
            </a:r>
            <a:r>
              <a:rPr lang="en-US" sz="2400" dirty="0"/>
              <a:t> </a:t>
            </a:r>
            <a:r>
              <a:rPr lang="en-US" sz="2400" dirty="0" err="1"/>
              <a:t>csatlakozhatunk</a:t>
            </a:r>
            <a:r>
              <a:rPr lang="en-US" sz="2400" dirty="0"/>
              <a:t> a </a:t>
            </a:r>
            <a:r>
              <a:rPr lang="en-US" sz="2400" dirty="0" err="1"/>
              <a:t>beszélgetéshez</a:t>
            </a:r>
            <a:r>
              <a:rPr lang="en-US" sz="2400" dirty="0"/>
              <a:t>, </a:t>
            </a:r>
            <a:r>
              <a:rPr lang="en-US" sz="2400" dirty="0" err="1"/>
              <a:t>és</a:t>
            </a:r>
            <a:r>
              <a:rPr lang="en-US" sz="2400" dirty="0"/>
              <a:t> </a:t>
            </a:r>
            <a:r>
              <a:rPr lang="en-US" sz="2400" dirty="0" err="1"/>
              <a:t>egyeztethetjük</a:t>
            </a:r>
            <a:r>
              <a:rPr lang="en-US" sz="2400" dirty="0"/>
              <a:t> a </a:t>
            </a:r>
            <a:r>
              <a:rPr lang="en-US" sz="2400" dirty="0" err="1"/>
              <a:t>feladatokat</a:t>
            </a:r>
            <a:r>
              <a:rPr lang="en-US" sz="2400" dirty="0"/>
              <a:t>, a </a:t>
            </a:r>
            <a:r>
              <a:rPr lang="en-US" sz="2400" dirty="0" err="1"/>
              <a:t>módosítások</a:t>
            </a:r>
            <a:r>
              <a:rPr lang="en-US" sz="2400" dirty="0"/>
              <a:t> </a:t>
            </a:r>
            <a:r>
              <a:rPr lang="en-US" sz="2400" dirty="0" err="1"/>
              <a:t>feltöltését</a:t>
            </a:r>
            <a:r>
              <a:rPr lang="en-US" sz="2400" dirty="0"/>
              <a:t> </a:t>
            </a:r>
            <a:r>
              <a:rPr lang="en-US" sz="2400" dirty="0" err="1"/>
              <a:t>és</a:t>
            </a:r>
            <a:r>
              <a:rPr lang="en-US" sz="2400" dirty="0"/>
              <a:t> a </a:t>
            </a:r>
            <a:r>
              <a:rPr lang="en-US" sz="2400" dirty="0" err="1"/>
              <a:t>fejlesztési</a:t>
            </a:r>
            <a:r>
              <a:rPr lang="en-US" sz="2400" dirty="0"/>
              <a:t> </a:t>
            </a:r>
            <a:r>
              <a:rPr lang="en-US" sz="2400" dirty="0" err="1"/>
              <a:t>ágak</a:t>
            </a:r>
            <a:r>
              <a:rPr lang="en-US" sz="2400" dirty="0"/>
              <a:t> </a:t>
            </a:r>
            <a:r>
              <a:rPr lang="en-US" sz="2400" dirty="0" err="1"/>
              <a:t>összevonását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dirty="0" err="1"/>
              <a:t>Ezzel</a:t>
            </a:r>
            <a:r>
              <a:rPr lang="en-US" sz="2400" dirty="0"/>
              <a:t> </a:t>
            </a:r>
            <a:r>
              <a:rPr lang="en-US" sz="2400" dirty="0" err="1"/>
              <a:t>csökkenthetjük</a:t>
            </a:r>
            <a:r>
              <a:rPr lang="en-US" sz="2400" dirty="0"/>
              <a:t> a </a:t>
            </a:r>
            <a:r>
              <a:rPr lang="en-US" sz="2400" b="1" dirty="0"/>
              <a:t>merge </a:t>
            </a:r>
            <a:r>
              <a:rPr lang="en-US" sz="2400" b="1" dirty="0" err="1"/>
              <a:t>conflictok</a:t>
            </a:r>
            <a:r>
              <a:rPr lang="en-US" sz="2400" dirty="0"/>
              <a:t>, </a:t>
            </a:r>
            <a:r>
              <a:rPr lang="en-US" sz="2400" dirty="0" err="1"/>
              <a:t>vagyis</a:t>
            </a:r>
            <a:r>
              <a:rPr lang="en-US" sz="2400" dirty="0"/>
              <a:t> </a:t>
            </a:r>
            <a:r>
              <a:rPr lang="en-US" sz="2400" dirty="0" err="1"/>
              <a:t>az</a:t>
            </a:r>
            <a:r>
              <a:rPr lang="en-US" sz="2400" dirty="0"/>
              <a:t> </a:t>
            </a:r>
            <a:r>
              <a:rPr lang="en-US" sz="2400" dirty="0" err="1"/>
              <a:t>egymással</a:t>
            </a:r>
            <a:r>
              <a:rPr lang="en-US" sz="2400" dirty="0"/>
              <a:t> </a:t>
            </a:r>
            <a:r>
              <a:rPr lang="en-US" sz="2400" dirty="0" err="1"/>
              <a:t>ütköző</a:t>
            </a:r>
            <a:r>
              <a:rPr lang="en-US" sz="2400" dirty="0"/>
              <a:t> </a:t>
            </a:r>
            <a:r>
              <a:rPr lang="en-US" sz="2400" dirty="0" err="1"/>
              <a:t>kódmódosítások</a:t>
            </a:r>
            <a:r>
              <a:rPr lang="en-US" sz="2400" dirty="0"/>
              <a:t> </a:t>
            </a:r>
            <a:r>
              <a:rPr lang="en-US" sz="2400" dirty="0" err="1"/>
              <a:t>kialakulásának</a:t>
            </a:r>
            <a:r>
              <a:rPr lang="en-US" sz="2400" dirty="0"/>
              <a:t> </a:t>
            </a:r>
            <a:r>
              <a:rPr lang="en-US" sz="2400" dirty="0" err="1"/>
              <a:t>esélyét</a:t>
            </a:r>
            <a:r>
              <a:rPr lang="en-US" sz="2400" dirty="0"/>
              <a:t>, </a:t>
            </a:r>
            <a:r>
              <a:rPr lang="en-US" sz="2400" dirty="0" err="1"/>
              <a:t>miközben</a:t>
            </a:r>
            <a:r>
              <a:rPr lang="en-US" sz="2400" dirty="0"/>
              <a:t> a </a:t>
            </a:r>
            <a:r>
              <a:rPr lang="en-US" sz="2400" dirty="0" err="1"/>
              <a:t>közös</a:t>
            </a:r>
            <a:r>
              <a:rPr lang="en-US" sz="2400" dirty="0"/>
              <a:t> </a:t>
            </a:r>
            <a:r>
              <a:rPr lang="en-US" sz="2400" dirty="0" err="1"/>
              <a:t>munkát</a:t>
            </a:r>
            <a:r>
              <a:rPr lang="en-US" sz="2400" dirty="0"/>
              <a:t> is </a:t>
            </a:r>
            <a:r>
              <a:rPr lang="en-US" sz="2400" dirty="0" err="1"/>
              <a:t>hatékonyabbá</a:t>
            </a:r>
            <a:r>
              <a:rPr lang="en-US" sz="2400" dirty="0"/>
              <a:t> </a:t>
            </a:r>
            <a:r>
              <a:rPr lang="en-US" sz="2400" dirty="0" err="1"/>
              <a:t>tesszük</a:t>
            </a:r>
            <a:r>
              <a:rPr lang="en-US" sz="2400" dirty="0"/>
              <a:t>.</a:t>
            </a:r>
          </a:p>
        </p:txBody>
      </p:sp>
      <p:sp>
        <p:nvSpPr>
          <p:cNvPr id="19" name="Téglalap 18">
            <a:extLst>
              <a:ext uri="{FF2B5EF4-FFF2-40B4-BE49-F238E27FC236}">
                <a16:creationId xmlns:a16="http://schemas.microsoft.com/office/drawing/2014/main" id="{19DF2628-430F-B88D-3ED9-C7105A0C959E}"/>
              </a:ext>
            </a:extLst>
          </p:cNvPr>
          <p:cNvSpPr/>
          <p:nvPr/>
        </p:nvSpPr>
        <p:spPr>
          <a:xfrm>
            <a:off x="544214" y="1409343"/>
            <a:ext cx="10834866" cy="48936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Kép 20">
            <a:extLst>
              <a:ext uri="{FF2B5EF4-FFF2-40B4-BE49-F238E27FC236}">
                <a16:creationId xmlns:a16="http://schemas.microsoft.com/office/drawing/2014/main" id="{FDFCEF50-A761-DC18-659E-BE315018F4D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390" y="2231835"/>
            <a:ext cx="51517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69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7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7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56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289 -0.27708 L -0.15247 0.39144 L -0.14205 -0.27152 L -0.13789 0.38218 L -0.12122 -0.26597 L -0.11705 0.39144 L -0.10143 -0.26597 L -0.09622 0.38588 L -0.08268 -0.26782 L -0.07539 0.38773 L -0.0608 -0.26597 L -0.05351 0.39329 L -0.03789 -0.26967 L -0.02747 0.38959 L -0.01393 -0.26967 L -0.00247 0.38773 L 0.01003 -0.27152 L 0.0194 0.38959 L 0.02878 -0.27338 L 0.04323 0.38588 L 0.0517 -0.27152 L 0.06628 0.39514 L 0.07357 -0.27338 L 0.09232 0.39885 L 0.09545 -0.27523 L 0.11315 0.39329 L 0.12136 -0.27338 L 0.13607 0.39514 L 0.14115 -0.27708 L 0.15586 0.39699 L 0.16198 -0.27893 L 0.17344 0.39329 L 0.17565 -0.27523 L 0.19532 0.39329 L 0.19961 -0.27708 L 0.21211 0.39699 L 0.21719 -0.27523 L 0.2319 0.38218 L 0.23698 -0.27708 L 0.24649 0.38959 L 0.25782 -0.27523 L 0.26524 0.39514 L 0.27969 -0.27893 L 0.28711 0.39699 L 0.30261 -0.27708 L 0.31107 0.39514 L 0.3267 -0.27893 L 0.33607 0.39699 L 0.34232 -0.27708 L 0.3569 0.39699 L 0.36524 -0.28078 L 0.37982 0.39885 L 0.3892 -0.28078 L 0.40261 0.40255 L 0.41003 -0.28078 L 0.42878 0.39885 C 0.42839 0.17338 0.428 -0.05185 0.42774 -0.27708 L 0.4517 0.4007 L 0.4517 -0.22523 L 0.47461 0.4044 L 0.4767 -0.22152 L 0.49545 0.39699 L 0.50886 -0.23078 L 0.5194 0.39329 L 0.53177 -0.21967 L 0.54232 0.39885 L 0.55261 -0.21597 L 0.56003 0.39329 L 0.57761 -0.21412 C 0.57735 -0.0081 0.57696 0.19815 0.57657 0.4044 L 0.59844 -0.22708 L 0.60586 0.34699 L 0.62774 -0.22152 L 0.63086 0.33959 L 0.64115 -0.22523 L 0.64753 0.34514 L 0.65677 -0.06412 L 0.6694 0.34329 L 0.67149 -0.06041 L 0.68711 0.34329 L 0.69753 0.30625 L 0.69948 0.34514 " pathEditMode="relative" rAng="0" ptsTypes="AAAAAAAAAAAAAAAAAAAAAAAAAAAAAAAAAAAAAAAAAAAAAAAAAAAAAAAAAAAAAAAAAAAAAAAAAAAAAAAAAA">
                                      <p:cBhvr>
                                        <p:cTn id="23" dur="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112" y="3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700"/>
                            </p:stCondLst>
                            <p:childTnLst>
                              <p:par>
                                <p:cTn id="25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BB0D8-2886-40C8-64E0-A09F4F916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6375C37C-A619-7990-D2EA-A84819FC3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104"/>
            <a:ext cx="12192000" cy="654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069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E3E-CC5F-65B5-019E-CF1592CE5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F2C221-07F6-881B-7313-53C478BFE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ABAB262-BA26-654D-86C4-B4224878A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8325"/>
            <a:ext cx="10515600" cy="4351338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8AAB483-8E21-FBB8-F3B7-592363895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000" y="-12542558"/>
            <a:ext cx="59478146" cy="3194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5258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28035-9785-5021-99B2-476F6EA65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1515F510-BED5-A53B-EB02-78C02AD8C29A}"/>
              </a:ext>
            </a:extLst>
          </p:cNvPr>
          <p:cNvGrpSpPr/>
          <p:nvPr/>
        </p:nvGrpSpPr>
        <p:grpSpPr>
          <a:xfrm>
            <a:off x="259309" y="156007"/>
            <a:ext cx="11545086" cy="1390124"/>
            <a:chOff x="259309" y="156007"/>
            <a:chExt cx="11545086" cy="1390124"/>
          </a:xfrm>
        </p:grpSpPr>
        <p:pic>
          <p:nvPicPr>
            <p:cNvPr id="5" name="Kép 4">
              <a:extLst>
                <a:ext uri="{FF2B5EF4-FFF2-40B4-BE49-F238E27FC236}">
                  <a16:creationId xmlns:a16="http://schemas.microsoft.com/office/drawing/2014/main" id="{01D4D6D7-87E2-DF81-96DC-45C393F8A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7604" y="156007"/>
              <a:ext cx="11416791" cy="1295524"/>
            </a:xfrm>
            <a:prstGeom prst="rect">
              <a:avLst/>
            </a:prstGeom>
          </p:spPr>
        </p:pic>
        <p:grpSp>
          <p:nvGrpSpPr>
            <p:cNvPr id="8" name="Csoportba foglalás 7">
              <a:extLst>
                <a:ext uri="{FF2B5EF4-FFF2-40B4-BE49-F238E27FC236}">
                  <a16:creationId xmlns:a16="http://schemas.microsoft.com/office/drawing/2014/main" id="{011DF275-A86C-2430-636F-63A970D32716}"/>
                </a:ext>
              </a:extLst>
            </p:cNvPr>
            <p:cNvGrpSpPr/>
            <p:nvPr/>
          </p:nvGrpSpPr>
          <p:grpSpPr>
            <a:xfrm>
              <a:off x="259309" y="972291"/>
              <a:ext cx="310680" cy="573840"/>
              <a:chOff x="259309" y="972291"/>
              <a:chExt cx="310680" cy="5738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">
                <p14:nvContentPartPr>
                  <p14:cNvPr id="6" name="Szabadkéz 5">
                    <a:extLst>
                      <a:ext uri="{FF2B5EF4-FFF2-40B4-BE49-F238E27FC236}">
                        <a16:creationId xmlns:a16="http://schemas.microsoft.com/office/drawing/2014/main" id="{138C350D-3236-9A90-571F-712F10C737C4}"/>
                      </a:ext>
                    </a:extLst>
                  </p14:cNvPr>
                  <p14:cNvContentPartPr/>
                  <p14:nvPr/>
                </p14:nvContentPartPr>
                <p14:xfrm>
                  <a:off x="417709" y="1001451"/>
                  <a:ext cx="152280" cy="515160"/>
                </p14:xfrm>
              </p:contentPart>
            </mc:Choice>
            <mc:Fallback>
              <p:pic>
                <p:nvPicPr>
                  <p:cNvPr id="6" name="Szabadkéz 5">
                    <a:extLst>
                      <a:ext uri="{FF2B5EF4-FFF2-40B4-BE49-F238E27FC236}">
                        <a16:creationId xmlns:a16="http://schemas.microsoft.com/office/drawing/2014/main" id="{138C350D-3236-9A90-571F-712F10C737C4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11589" y="995331"/>
                    <a:ext cx="164520" cy="527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7" name="Szabadkéz 6">
                    <a:extLst>
                      <a:ext uri="{FF2B5EF4-FFF2-40B4-BE49-F238E27FC236}">
                        <a16:creationId xmlns:a16="http://schemas.microsoft.com/office/drawing/2014/main" id="{7FDD0BA6-F723-E745-051A-C164C04AE960}"/>
                      </a:ext>
                    </a:extLst>
                  </p14:cNvPr>
                  <p14:cNvContentPartPr/>
                  <p14:nvPr/>
                </p14:nvContentPartPr>
                <p14:xfrm>
                  <a:off x="259309" y="972291"/>
                  <a:ext cx="103680" cy="573840"/>
                </p14:xfrm>
              </p:contentPart>
            </mc:Choice>
            <mc:Fallback>
              <p:pic>
                <p:nvPicPr>
                  <p:cNvPr id="7" name="Szabadkéz 6">
                    <a:extLst>
                      <a:ext uri="{FF2B5EF4-FFF2-40B4-BE49-F238E27FC236}">
                        <a16:creationId xmlns:a16="http://schemas.microsoft.com/office/drawing/2014/main" id="{7FDD0BA6-F723-E745-051A-C164C04AE960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253189" y="966171"/>
                    <a:ext cx="115920" cy="5860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1" name="Csoportba foglalás 10">
              <a:extLst>
                <a:ext uri="{FF2B5EF4-FFF2-40B4-BE49-F238E27FC236}">
                  <a16:creationId xmlns:a16="http://schemas.microsoft.com/office/drawing/2014/main" id="{34DB696D-E7E5-2755-95D5-36436984EB26}"/>
                </a:ext>
              </a:extLst>
            </p:cNvPr>
            <p:cNvGrpSpPr/>
            <p:nvPr/>
          </p:nvGrpSpPr>
          <p:grpSpPr>
            <a:xfrm>
              <a:off x="11103229" y="191091"/>
              <a:ext cx="538920" cy="561960"/>
              <a:chOff x="11103229" y="191091"/>
              <a:chExt cx="538920" cy="56196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7">
                <p14:nvContentPartPr>
                  <p14:cNvPr id="9" name="Szabadkéz 8">
                    <a:extLst>
                      <a:ext uri="{FF2B5EF4-FFF2-40B4-BE49-F238E27FC236}">
                        <a16:creationId xmlns:a16="http://schemas.microsoft.com/office/drawing/2014/main" id="{253CD3F1-1725-2861-28EF-E8D22296468F}"/>
                      </a:ext>
                    </a:extLst>
                  </p14:cNvPr>
                  <p14:cNvContentPartPr/>
                  <p14:nvPr/>
                </p14:nvContentPartPr>
                <p14:xfrm>
                  <a:off x="11103229" y="333651"/>
                  <a:ext cx="250920" cy="419400"/>
                </p14:xfrm>
              </p:contentPart>
            </mc:Choice>
            <mc:Fallback>
              <p:pic>
                <p:nvPicPr>
                  <p:cNvPr id="9" name="Szabadkéz 8">
                    <a:extLst>
                      <a:ext uri="{FF2B5EF4-FFF2-40B4-BE49-F238E27FC236}">
                        <a16:creationId xmlns:a16="http://schemas.microsoft.com/office/drawing/2014/main" id="{253CD3F1-1725-2861-28EF-E8D22296468F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1097109" y="327531"/>
                    <a:ext cx="263160" cy="431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">
                <p14:nvContentPartPr>
                  <p14:cNvPr id="10" name="Szabadkéz 9">
                    <a:extLst>
                      <a:ext uri="{FF2B5EF4-FFF2-40B4-BE49-F238E27FC236}">
                        <a16:creationId xmlns:a16="http://schemas.microsoft.com/office/drawing/2014/main" id="{2C43C2BE-8E87-85E3-0D51-F2C1BD9A4717}"/>
                      </a:ext>
                    </a:extLst>
                  </p14:cNvPr>
                  <p14:cNvContentPartPr/>
                  <p14:nvPr/>
                </p14:nvContentPartPr>
                <p14:xfrm>
                  <a:off x="11378989" y="191091"/>
                  <a:ext cx="263160" cy="501840"/>
                </p14:xfrm>
              </p:contentPart>
            </mc:Choice>
            <mc:Fallback>
              <p:pic>
                <p:nvPicPr>
                  <p:cNvPr id="10" name="Szabadkéz 9">
                    <a:extLst>
                      <a:ext uri="{FF2B5EF4-FFF2-40B4-BE49-F238E27FC236}">
                        <a16:creationId xmlns:a16="http://schemas.microsoft.com/office/drawing/2014/main" id="{2C43C2BE-8E87-85E3-0D51-F2C1BD9A4717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1372869" y="184971"/>
                    <a:ext cx="275400" cy="51408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DF75EA4A-8CFB-8CBF-E962-11775F768C9D}"/>
              </a:ext>
            </a:extLst>
          </p:cNvPr>
          <p:cNvSpPr txBox="1"/>
          <p:nvPr/>
        </p:nvSpPr>
        <p:spPr>
          <a:xfrm>
            <a:off x="569989" y="1705766"/>
            <a:ext cx="100983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dirty="0" err="1"/>
              <a:t>Igyekszünk</a:t>
            </a:r>
            <a:r>
              <a:rPr lang="en-US" sz="3600" dirty="0"/>
              <a:t> </a:t>
            </a:r>
            <a:r>
              <a:rPr lang="en-US" sz="3600" b="1" dirty="0" err="1"/>
              <a:t>heti</a:t>
            </a:r>
            <a:r>
              <a:rPr lang="en-US" sz="3600" b="1" dirty="0"/>
              <a:t> </a:t>
            </a:r>
            <a:r>
              <a:rPr lang="en-US" sz="3600" b="1" dirty="0" err="1"/>
              <a:t>rendszerességgel</a:t>
            </a:r>
            <a:r>
              <a:rPr lang="en-US" sz="3600" b="1" dirty="0"/>
              <a:t> </a:t>
            </a:r>
            <a:r>
              <a:rPr lang="en-US" sz="3600" b="1" dirty="0" err="1"/>
              <a:t>megbeszéléseket</a:t>
            </a:r>
            <a:r>
              <a:rPr lang="en-US" sz="3600" b="1" dirty="0"/>
              <a:t> </a:t>
            </a:r>
            <a:r>
              <a:rPr lang="en-US" sz="3600" b="1" dirty="0" err="1"/>
              <a:t>tartani</a:t>
            </a:r>
            <a:r>
              <a:rPr lang="en-US" sz="3600" dirty="0"/>
              <a:t>, </a:t>
            </a:r>
            <a:r>
              <a:rPr lang="en-US" sz="3600" dirty="0" err="1"/>
              <a:t>amelyek</a:t>
            </a:r>
            <a:r>
              <a:rPr lang="en-US" sz="3600" dirty="0"/>
              <a:t> </a:t>
            </a:r>
            <a:r>
              <a:rPr lang="en-US" sz="3600" dirty="0" err="1"/>
              <a:t>során</a:t>
            </a:r>
            <a:r>
              <a:rPr lang="en-US" sz="3600" dirty="0"/>
              <a:t> </a:t>
            </a:r>
            <a:r>
              <a:rPr lang="en-US" sz="3600" dirty="0" err="1"/>
              <a:t>áttekintjük</a:t>
            </a:r>
            <a:r>
              <a:rPr lang="en-US" sz="3600" dirty="0"/>
              <a:t> </a:t>
            </a:r>
            <a:r>
              <a:rPr lang="en-US" sz="3600" dirty="0" err="1"/>
              <a:t>az</a:t>
            </a:r>
            <a:r>
              <a:rPr lang="en-US" sz="3600" dirty="0"/>
              <a:t> </a:t>
            </a:r>
            <a:r>
              <a:rPr lang="en-US" sz="3600" dirty="0" err="1"/>
              <a:t>eddigi</a:t>
            </a:r>
            <a:r>
              <a:rPr lang="en-US" sz="3600" dirty="0"/>
              <a:t> </a:t>
            </a:r>
            <a:r>
              <a:rPr lang="en-US" sz="3600" dirty="0" err="1"/>
              <a:t>előrehaladást</a:t>
            </a:r>
            <a:r>
              <a:rPr lang="en-US" sz="3600" dirty="0"/>
              <a:t>, </a:t>
            </a:r>
            <a:r>
              <a:rPr lang="en-US" sz="3600" dirty="0" err="1"/>
              <a:t>egyeztetjük</a:t>
            </a:r>
            <a:r>
              <a:rPr lang="en-US" sz="3600" dirty="0"/>
              <a:t> </a:t>
            </a:r>
            <a:r>
              <a:rPr lang="en-US" sz="3600" dirty="0" err="1"/>
              <a:t>az</a:t>
            </a:r>
            <a:r>
              <a:rPr lang="en-US" sz="3600" dirty="0"/>
              <a:t> </a:t>
            </a:r>
            <a:r>
              <a:rPr lang="en-US" sz="3600" dirty="0" err="1"/>
              <a:t>aktuális</a:t>
            </a:r>
            <a:r>
              <a:rPr lang="en-US" sz="3600" dirty="0"/>
              <a:t> </a:t>
            </a:r>
            <a:r>
              <a:rPr lang="en-US" sz="3600" dirty="0" err="1"/>
              <a:t>feladatokat</a:t>
            </a:r>
            <a:r>
              <a:rPr lang="en-US" sz="3600" dirty="0"/>
              <a:t> </a:t>
            </a:r>
            <a:r>
              <a:rPr lang="en-US" sz="3600" dirty="0" err="1"/>
              <a:t>és</a:t>
            </a:r>
            <a:r>
              <a:rPr lang="en-US" sz="3600" dirty="0"/>
              <a:t> </a:t>
            </a:r>
            <a:r>
              <a:rPr lang="en-US" sz="3600" dirty="0" err="1"/>
              <a:t>megtervezzük</a:t>
            </a:r>
            <a:r>
              <a:rPr lang="en-US" sz="3600" dirty="0"/>
              <a:t> a </a:t>
            </a:r>
            <a:r>
              <a:rPr lang="en-US" sz="3600" dirty="0" err="1"/>
              <a:t>következő</a:t>
            </a:r>
            <a:r>
              <a:rPr lang="en-US" sz="3600" dirty="0"/>
              <a:t> </a:t>
            </a:r>
            <a:r>
              <a:rPr lang="en-US" sz="3600" dirty="0" err="1"/>
              <a:t>fejlesztési</a:t>
            </a:r>
            <a:r>
              <a:rPr lang="en-US" sz="3600" dirty="0"/>
              <a:t> </a:t>
            </a:r>
            <a:r>
              <a:rPr lang="en-US" sz="3600" dirty="0" err="1"/>
              <a:t>lépéseket</a:t>
            </a:r>
            <a:r>
              <a:rPr lang="en-US" sz="3600" dirty="0"/>
              <a:t>.</a:t>
            </a:r>
          </a:p>
          <a:p>
            <a:pPr>
              <a:buNone/>
            </a:pPr>
            <a:r>
              <a:rPr lang="en-US" sz="3600" dirty="0"/>
              <a:t>Az online </a:t>
            </a:r>
            <a:r>
              <a:rPr lang="en-US" sz="3600" dirty="0" err="1"/>
              <a:t>egyeztetések</a:t>
            </a:r>
            <a:r>
              <a:rPr lang="en-US" sz="3600" dirty="0"/>
              <a:t> </a:t>
            </a:r>
            <a:r>
              <a:rPr lang="en-US" sz="3600" dirty="0" err="1"/>
              <a:t>mellett</a:t>
            </a:r>
            <a:r>
              <a:rPr lang="en-US" sz="3600" dirty="0"/>
              <a:t> </a:t>
            </a:r>
            <a:r>
              <a:rPr lang="en-US" sz="3600" dirty="0" err="1"/>
              <a:t>már</a:t>
            </a:r>
            <a:r>
              <a:rPr lang="en-US" sz="3600" dirty="0"/>
              <a:t> </a:t>
            </a:r>
            <a:r>
              <a:rPr lang="en-US" sz="3600" b="1" dirty="0" err="1"/>
              <a:t>személyes</a:t>
            </a:r>
            <a:r>
              <a:rPr lang="en-US" sz="3600" b="1" dirty="0"/>
              <a:t> </a:t>
            </a:r>
            <a:r>
              <a:rPr lang="en-US" sz="3600" b="1" dirty="0" err="1"/>
              <a:t>találkozót</a:t>
            </a:r>
            <a:r>
              <a:rPr lang="en-US" sz="3600" b="1" dirty="0"/>
              <a:t> is </a:t>
            </a:r>
            <a:r>
              <a:rPr lang="en-US" sz="3600" b="1" dirty="0" err="1"/>
              <a:t>tartottunk</a:t>
            </a:r>
            <a:r>
              <a:rPr lang="en-US" sz="3600" dirty="0"/>
              <a:t>, </a:t>
            </a:r>
            <a:r>
              <a:rPr lang="en-US" sz="3600" dirty="0" err="1"/>
              <a:t>amely</a:t>
            </a:r>
            <a:r>
              <a:rPr lang="en-US" sz="3600" dirty="0"/>
              <a:t> </a:t>
            </a:r>
            <a:r>
              <a:rPr lang="en-US" sz="3600" dirty="0" err="1"/>
              <a:t>lehetőséget</a:t>
            </a:r>
            <a:r>
              <a:rPr lang="en-US" sz="3600" dirty="0"/>
              <a:t> </a:t>
            </a:r>
            <a:r>
              <a:rPr lang="en-US" sz="3600" dirty="0" err="1"/>
              <a:t>adott</a:t>
            </a:r>
            <a:r>
              <a:rPr lang="en-US" sz="3600" dirty="0"/>
              <a:t> a </a:t>
            </a:r>
            <a:r>
              <a:rPr lang="en-US" sz="3600" dirty="0" err="1"/>
              <a:t>projekt</a:t>
            </a:r>
            <a:r>
              <a:rPr lang="en-US" sz="3600" dirty="0"/>
              <a:t> </a:t>
            </a:r>
            <a:r>
              <a:rPr lang="en-US" sz="3600" dirty="0" err="1"/>
              <a:t>részletesebb</a:t>
            </a:r>
            <a:r>
              <a:rPr lang="en-US" sz="3600" dirty="0"/>
              <a:t> </a:t>
            </a:r>
            <a:r>
              <a:rPr lang="en-US" sz="3600" dirty="0" err="1"/>
              <a:t>átbeszélésére</a:t>
            </a:r>
            <a:r>
              <a:rPr lang="en-US" sz="3600" dirty="0"/>
              <a:t> </a:t>
            </a:r>
            <a:r>
              <a:rPr lang="en-US" sz="3600" dirty="0" err="1"/>
              <a:t>és</a:t>
            </a:r>
            <a:r>
              <a:rPr lang="en-US" sz="3600" dirty="0"/>
              <a:t> a </a:t>
            </a:r>
            <a:r>
              <a:rPr lang="en-US" sz="3600" dirty="0" err="1"/>
              <a:t>közös</a:t>
            </a:r>
            <a:r>
              <a:rPr lang="en-US" sz="3600" dirty="0"/>
              <a:t> </a:t>
            </a:r>
            <a:r>
              <a:rPr lang="en-US" sz="3600" dirty="0" err="1"/>
              <a:t>tervezésre</a:t>
            </a:r>
            <a:r>
              <a:rPr lang="en-US" sz="3600" dirty="0"/>
              <a:t>.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89B88AD8-8006-48F8-4C59-EFEC23155164}"/>
              </a:ext>
            </a:extLst>
          </p:cNvPr>
          <p:cNvSpPr txBox="1"/>
          <p:nvPr/>
        </p:nvSpPr>
        <p:spPr>
          <a:xfrm>
            <a:off x="569989" y="6215121"/>
            <a:ext cx="126252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600" dirty="0"/>
              <a:t>Valamint egymás megismerésére.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83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B4A36-21F7-65F6-3071-C5232DF35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Kép 18" descr="Discord – Letöltés és telepítés Windows rendszeren | Microsoft Store">
            <a:extLst>
              <a:ext uri="{FF2B5EF4-FFF2-40B4-BE49-F238E27FC236}">
                <a16:creationId xmlns:a16="http://schemas.microsoft.com/office/drawing/2014/main" id="{7B4C58D8-3293-BFE1-9AED-ABCEA9F5F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662238"/>
            <a:ext cx="12192000" cy="1219200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A4DDE367-E66B-40AE-A59A-B26E9DC4C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997" y="756591"/>
            <a:ext cx="2922946" cy="2672410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38F6B0D8-396B-41A6-9F1A-4B283E3A3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046" y="3287192"/>
            <a:ext cx="2979280" cy="2777295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33690CCB-D370-1C4D-E9BB-8B2945B164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2674" y="3287192"/>
            <a:ext cx="2979280" cy="2851140"/>
          </a:xfrm>
          <a:prstGeom prst="rect">
            <a:avLst/>
          </a:prstGeom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5A7875C5-724F-8F7D-7A4B-9E90FD1DDA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756591"/>
            <a:ext cx="3168177" cy="291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412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52CAC-68D9-9F55-C4AB-347697FB0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Kép 28">
            <a:extLst>
              <a:ext uri="{FF2B5EF4-FFF2-40B4-BE49-F238E27FC236}">
                <a16:creationId xmlns:a16="http://schemas.microsoft.com/office/drawing/2014/main" id="{28372BD6-BF4B-914A-9A78-E6FA00801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6119" y="-1641436"/>
            <a:ext cx="12745706" cy="8495063"/>
          </a:xfrm>
          <a:prstGeom prst="rect">
            <a:avLst/>
          </a:prstGeom>
        </p:spPr>
      </p:pic>
      <p:grpSp>
        <p:nvGrpSpPr>
          <p:cNvPr id="27" name="Csoportba foglalás 26">
            <a:extLst>
              <a:ext uri="{FF2B5EF4-FFF2-40B4-BE49-F238E27FC236}">
                <a16:creationId xmlns:a16="http://schemas.microsoft.com/office/drawing/2014/main" id="{6B5B0A4A-2C69-3236-51E4-B4A7ADAFE8C3}"/>
              </a:ext>
            </a:extLst>
          </p:cNvPr>
          <p:cNvGrpSpPr/>
          <p:nvPr/>
        </p:nvGrpSpPr>
        <p:grpSpPr>
          <a:xfrm>
            <a:off x="123053" y="1169884"/>
            <a:ext cx="2922946" cy="6044260"/>
            <a:chOff x="880318" y="813740"/>
            <a:chExt cx="2922946" cy="6044260"/>
          </a:xfrm>
        </p:grpSpPr>
        <p:pic>
          <p:nvPicPr>
            <p:cNvPr id="13" name="Kép 12">
              <a:extLst>
                <a:ext uri="{FF2B5EF4-FFF2-40B4-BE49-F238E27FC236}">
                  <a16:creationId xmlns:a16="http://schemas.microsoft.com/office/drawing/2014/main" id="{B6854262-116E-9B23-442E-9A8C9DCEC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3167" y="3039868"/>
              <a:ext cx="2217976" cy="3818132"/>
            </a:xfrm>
            <a:prstGeom prst="rect">
              <a:avLst/>
            </a:prstGeom>
          </p:spPr>
        </p:pic>
        <p:pic>
          <p:nvPicPr>
            <p:cNvPr id="14" name="Kép 13">
              <a:extLst>
                <a:ext uri="{FF2B5EF4-FFF2-40B4-BE49-F238E27FC236}">
                  <a16:creationId xmlns:a16="http://schemas.microsoft.com/office/drawing/2014/main" id="{33729351-DFAD-9135-AC61-3E1962F0D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0318" y="813740"/>
              <a:ext cx="2922946" cy="2672410"/>
            </a:xfrm>
            <a:prstGeom prst="rect">
              <a:avLst/>
            </a:prstGeom>
          </p:spPr>
        </p:pic>
      </p:grpSp>
      <p:grpSp>
        <p:nvGrpSpPr>
          <p:cNvPr id="26" name="Csoportba foglalás 25">
            <a:extLst>
              <a:ext uri="{FF2B5EF4-FFF2-40B4-BE49-F238E27FC236}">
                <a16:creationId xmlns:a16="http://schemas.microsoft.com/office/drawing/2014/main" id="{A971159D-4889-5E16-8882-06D66E94D765}"/>
              </a:ext>
            </a:extLst>
          </p:cNvPr>
          <p:cNvGrpSpPr/>
          <p:nvPr/>
        </p:nvGrpSpPr>
        <p:grpSpPr>
          <a:xfrm>
            <a:off x="8874407" y="952115"/>
            <a:ext cx="3168177" cy="6262029"/>
            <a:chOff x="8293184" y="386421"/>
            <a:chExt cx="3168177" cy="6262029"/>
          </a:xfrm>
        </p:grpSpPr>
        <p:pic>
          <p:nvPicPr>
            <p:cNvPr id="20" name="Kép 19">
              <a:extLst>
                <a:ext uri="{FF2B5EF4-FFF2-40B4-BE49-F238E27FC236}">
                  <a16:creationId xmlns:a16="http://schemas.microsoft.com/office/drawing/2014/main" id="{79E41FF0-31D4-07D7-EFEB-69360516E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83002" y="2720932"/>
              <a:ext cx="1934352" cy="3927518"/>
            </a:xfrm>
            <a:prstGeom prst="rect">
              <a:avLst/>
            </a:prstGeom>
          </p:spPr>
        </p:pic>
        <p:pic>
          <p:nvPicPr>
            <p:cNvPr id="21" name="Kép 20">
              <a:extLst>
                <a:ext uri="{FF2B5EF4-FFF2-40B4-BE49-F238E27FC236}">
                  <a16:creationId xmlns:a16="http://schemas.microsoft.com/office/drawing/2014/main" id="{4E66AC2A-E405-B95C-8B73-DFADC860D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93184" y="386421"/>
              <a:ext cx="3168177" cy="2917588"/>
            </a:xfrm>
            <a:prstGeom prst="rect">
              <a:avLst/>
            </a:prstGeom>
          </p:spPr>
        </p:pic>
      </p:grpSp>
      <p:grpSp>
        <p:nvGrpSpPr>
          <p:cNvPr id="24" name="Csoportba foglalás 23">
            <a:extLst>
              <a:ext uri="{FF2B5EF4-FFF2-40B4-BE49-F238E27FC236}">
                <a16:creationId xmlns:a16="http://schemas.microsoft.com/office/drawing/2014/main" id="{ABA7143C-9B77-7763-7F76-ED45618D80D5}"/>
              </a:ext>
            </a:extLst>
          </p:cNvPr>
          <p:cNvGrpSpPr/>
          <p:nvPr/>
        </p:nvGrpSpPr>
        <p:grpSpPr>
          <a:xfrm>
            <a:off x="3251353" y="1180526"/>
            <a:ext cx="2979280" cy="6033618"/>
            <a:chOff x="3295858" y="505446"/>
            <a:chExt cx="2979280" cy="6033618"/>
          </a:xfrm>
        </p:grpSpPr>
        <p:pic>
          <p:nvPicPr>
            <p:cNvPr id="16" name="Kép 15">
              <a:extLst>
                <a:ext uri="{FF2B5EF4-FFF2-40B4-BE49-F238E27FC236}">
                  <a16:creationId xmlns:a16="http://schemas.microsoft.com/office/drawing/2014/main" id="{06CAF3D3-7A01-1C72-E543-D02AFCEF8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03263" y="2720932"/>
              <a:ext cx="2217976" cy="3818132"/>
            </a:xfrm>
            <a:prstGeom prst="rect">
              <a:avLst/>
            </a:prstGeom>
          </p:spPr>
        </p:pic>
        <p:pic>
          <p:nvPicPr>
            <p:cNvPr id="22" name="Kép 21">
              <a:extLst>
                <a:ext uri="{FF2B5EF4-FFF2-40B4-BE49-F238E27FC236}">
                  <a16:creationId xmlns:a16="http://schemas.microsoft.com/office/drawing/2014/main" id="{F67ACBE4-7C82-3096-26C4-5F616DA2B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95858" y="505446"/>
              <a:ext cx="2979280" cy="2851140"/>
            </a:xfrm>
            <a:prstGeom prst="rect">
              <a:avLst/>
            </a:prstGeom>
          </p:spPr>
        </p:pic>
      </p:grpSp>
      <p:grpSp>
        <p:nvGrpSpPr>
          <p:cNvPr id="25" name="Csoportba foglalás 24">
            <a:extLst>
              <a:ext uri="{FF2B5EF4-FFF2-40B4-BE49-F238E27FC236}">
                <a16:creationId xmlns:a16="http://schemas.microsoft.com/office/drawing/2014/main" id="{70E39BB0-5F1A-4B54-1D12-E90AF2F58157}"/>
              </a:ext>
            </a:extLst>
          </p:cNvPr>
          <p:cNvGrpSpPr/>
          <p:nvPr/>
        </p:nvGrpSpPr>
        <p:grpSpPr>
          <a:xfrm>
            <a:off x="6417874" y="1093063"/>
            <a:ext cx="2979280" cy="6110439"/>
            <a:chOff x="5460258" y="318936"/>
            <a:chExt cx="2979280" cy="6110439"/>
          </a:xfrm>
        </p:grpSpPr>
        <p:pic>
          <p:nvPicPr>
            <p:cNvPr id="18" name="Kép 17">
              <a:extLst>
                <a:ext uri="{FF2B5EF4-FFF2-40B4-BE49-F238E27FC236}">
                  <a16:creationId xmlns:a16="http://schemas.microsoft.com/office/drawing/2014/main" id="{22BFD4F1-C17B-B904-BA0F-7C192C28A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7733" y="2611243"/>
              <a:ext cx="2217976" cy="3818132"/>
            </a:xfrm>
            <a:prstGeom prst="rect">
              <a:avLst/>
            </a:prstGeom>
          </p:spPr>
        </p:pic>
        <p:pic>
          <p:nvPicPr>
            <p:cNvPr id="23" name="Kép 22">
              <a:extLst>
                <a:ext uri="{FF2B5EF4-FFF2-40B4-BE49-F238E27FC236}">
                  <a16:creationId xmlns:a16="http://schemas.microsoft.com/office/drawing/2014/main" id="{A666FFCB-1629-3AE2-C764-796ED1692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460258" y="318936"/>
              <a:ext cx="2979280" cy="2777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05431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4E102-88FF-A2AE-DB3D-F16664DB9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Csoportba foglalás 13">
            <a:extLst>
              <a:ext uri="{FF2B5EF4-FFF2-40B4-BE49-F238E27FC236}">
                <a16:creationId xmlns:a16="http://schemas.microsoft.com/office/drawing/2014/main" id="{CF472741-D2A9-F278-B1C7-8BD5C243B2C2}"/>
              </a:ext>
            </a:extLst>
          </p:cNvPr>
          <p:cNvGrpSpPr/>
          <p:nvPr/>
        </p:nvGrpSpPr>
        <p:grpSpPr>
          <a:xfrm>
            <a:off x="492000" y="133350"/>
            <a:ext cx="10577520" cy="4306530"/>
            <a:chOff x="492000" y="133350"/>
            <a:chExt cx="10577520" cy="4306530"/>
          </a:xfrm>
        </p:grpSpPr>
        <p:pic>
          <p:nvPicPr>
            <p:cNvPr id="5" name="Kép 4">
              <a:extLst>
                <a:ext uri="{FF2B5EF4-FFF2-40B4-BE49-F238E27FC236}">
                  <a16:creationId xmlns:a16="http://schemas.microsoft.com/office/drawing/2014/main" id="{46CDE427-9D6A-102E-6250-2EA78C73C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8353" y="133350"/>
              <a:ext cx="8735294" cy="3695700"/>
            </a:xfrm>
            <a:prstGeom prst="rect">
              <a:avLst/>
            </a:prstGeom>
          </p:spPr>
        </p:pic>
        <p:grpSp>
          <p:nvGrpSpPr>
            <p:cNvPr id="11" name="Csoportba foglalás 10">
              <a:extLst>
                <a:ext uri="{FF2B5EF4-FFF2-40B4-BE49-F238E27FC236}">
                  <a16:creationId xmlns:a16="http://schemas.microsoft.com/office/drawing/2014/main" id="{CB73C813-43BF-A32A-37F1-AAE7E31134F5}"/>
                </a:ext>
              </a:extLst>
            </p:cNvPr>
            <p:cNvGrpSpPr/>
            <p:nvPr/>
          </p:nvGrpSpPr>
          <p:grpSpPr>
            <a:xfrm>
              <a:off x="492000" y="3200400"/>
              <a:ext cx="649080" cy="1239480"/>
              <a:chOff x="492000" y="3200400"/>
              <a:chExt cx="649080" cy="12394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">
                <p14:nvContentPartPr>
                  <p14:cNvPr id="9" name="Szabadkéz 8">
                    <a:extLst>
                      <a:ext uri="{FF2B5EF4-FFF2-40B4-BE49-F238E27FC236}">
                        <a16:creationId xmlns:a16="http://schemas.microsoft.com/office/drawing/2014/main" id="{4AB75978-7CB4-9F79-0804-CAF83F325AF4}"/>
                      </a:ext>
                    </a:extLst>
                  </p14:cNvPr>
                  <p14:cNvContentPartPr/>
                  <p14:nvPr/>
                </p14:nvContentPartPr>
                <p14:xfrm>
                  <a:off x="492000" y="3257280"/>
                  <a:ext cx="414360" cy="1182600"/>
                </p14:xfrm>
              </p:contentPart>
            </mc:Choice>
            <mc:Fallback>
              <p:pic>
                <p:nvPicPr>
                  <p:cNvPr id="9" name="Szabadkéz 8">
                    <a:extLst>
                      <a:ext uri="{FF2B5EF4-FFF2-40B4-BE49-F238E27FC236}">
                        <a16:creationId xmlns:a16="http://schemas.microsoft.com/office/drawing/2014/main" id="{4AB75978-7CB4-9F79-0804-CAF83F325AF4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85880" y="3251160"/>
                    <a:ext cx="426600" cy="1194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10" name="Szabadkéz 9">
                    <a:extLst>
                      <a:ext uri="{FF2B5EF4-FFF2-40B4-BE49-F238E27FC236}">
                        <a16:creationId xmlns:a16="http://schemas.microsoft.com/office/drawing/2014/main" id="{8BD0DCFC-18A8-C0C3-D7DB-D22AE6C023FE}"/>
                      </a:ext>
                    </a:extLst>
                  </p14:cNvPr>
                  <p14:cNvContentPartPr/>
                  <p14:nvPr/>
                </p14:nvContentPartPr>
                <p14:xfrm>
                  <a:off x="873600" y="3200400"/>
                  <a:ext cx="267480" cy="961560"/>
                </p14:xfrm>
              </p:contentPart>
            </mc:Choice>
            <mc:Fallback>
              <p:pic>
                <p:nvPicPr>
                  <p:cNvPr id="10" name="Szabadkéz 9">
                    <a:extLst>
                      <a:ext uri="{FF2B5EF4-FFF2-40B4-BE49-F238E27FC236}">
                        <a16:creationId xmlns:a16="http://schemas.microsoft.com/office/drawing/2014/main" id="{8BD0DCFC-18A8-C0C3-D7DB-D22AE6C023FE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867480" y="3194280"/>
                    <a:ext cx="279720" cy="9738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2" name="Szabadkéz 11">
                  <a:extLst>
                    <a:ext uri="{FF2B5EF4-FFF2-40B4-BE49-F238E27FC236}">
                      <a16:creationId xmlns:a16="http://schemas.microsoft.com/office/drawing/2014/main" id="{02158BD4-FA01-9A9F-FF4D-C31D708F0A7C}"/>
                    </a:ext>
                  </a:extLst>
                </p14:cNvPr>
                <p14:cNvContentPartPr/>
                <p14:nvPr/>
              </p14:nvContentPartPr>
              <p14:xfrm>
                <a:off x="10305960" y="247320"/>
                <a:ext cx="286560" cy="1119240"/>
              </p14:xfrm>
            </p:contentPart>
          </mc:Choice>
          <mc:Fallback>
            <p:pic>
              <p:nvPicPr>
                <p:cNvPr id="12" name="Szabadkéz 11">
                  <a:extLst>
                    <a:ext uri="{FF2B5EF4-FFF2-40B4-BE49-F238E27FC236}">
                      <a16:creationId xmlns:a16="http://schemas.microsoft.com/office/drawing/2014/main" id="{02158BD4-FA01-9A9F-FF4D-C31D708F0A7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299840" y="241200"/>
                  <a:ext cx="298800" cy="11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3" name="Szabadkéz 12">
                  <a:extLst>
                    <a:ext uri="{FF2B5EF4-FFF2-40B4-BE49-F238E27FC236}">
                      <a16:creationId xmlns:a16="http://schemas.microsoft.com/office/drawing/2014/main" id="{0950FA64-D47F-307F-6BFC-E7569998F7F3}"/>
                    </a:ext>
                  </a:extLst>
                </p14:cNvPr>
                <p14:cNvContentPartPr/>
                <p14:nvPr/>
              </p14:nvContentPartPr>
              <p14:xfrm>
                <a:off x="10877280" y="152280"/>
                <a:ext cx="192240" cy="1323360"/>
              </p14:xfrm>
            </p:contentPart>
          </mc:Choice>
          <mc:Fallback>
            <p:pic>
              <p:nvPicPr>
                <p:cNvPr id="13" name="Szabadkéz 12">
                  <a:extLst>
                    <a:ext uri="{FF2B5EF4-FFF2-40B4-BE49-F238E27FC236}">
                      <a16:creationId xmlns:a16="http://schemas.microsoft.com/office/drawing/2014/main" id="{0950FA64-D47F-307F-6BFC-E7569998F7F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871160" y="146160"/>
                  <a:ext cx="204480" cy="1335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5607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8543F-CABD-A0EC-2366-6BAABA085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Kép 11">
            <a:extLst>
              <a:ext uri="{FF2B5EF4-FFF2-40B4-BE49-F238E27FC236}">
                <a16:creationId xmlns:a16="http://schemas.microsoft.com/office/drawing/2014/main" id="{33D99505-55D2-7138-A2BE-7BA75D8484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150" y="-32148"/>
            <a:ext cx="12249150" cy="6890147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791D97E0-1012-DF19-BDC3-AD8060CFDD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00"/>
          <a:stretch>
            <a:fillRect/>
          </a:stretch>
        </p:blipFill>
        <p:spPr>
          <a:xfrm>
            <a:off x="-57150" y="432435"/>
            <a:ext cx="4593654" cy="65151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618FC566-C9C9-9EB1-7291-221C6284F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829093">
            <a:off x="2194637" y="0"/>
            <a:ext cx="78027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763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0B320-36F0-9CFB-16EA-CF9814B07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églalap 9">
            <a:extLst>
              <a:ext uri="{FF2B5EF4-FFF2-40B4-BE49-F238E27FC236}">
                <a16:creationId xmlns:a16="http://schemas.microsoft.com/office/drawing/2014/main" id="{F65D0AD5-6D55-D113-A717-5682A0929771}"/>
              </a:ext>
            </a:extLst>
          </p:cNvPr>
          <p:cNvSpPr/>
          <p:nvPr/>
        </p:nvSpPr>
        <p:spPr>
          <a:xfrm>
            <a:off x="-812800" y="-1219200"/>
            <a:ext cx="14325600" cy="93472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3AF42F7E-E886-1375-F6EF-984604D72B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77047" y="-42751"/>
            <a:ext cx="28060392" cy="15783971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2F53E453-C66C-DDBE-1838-FB74869E9A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00"/>
          <a:stretch>
            <a:fillRect/>
          </a:stretch>
        </p:blipFill>
        <p:spPr>
          <a:xfrm>
            <a:off x="0" y="7849235"/>
            <a:ext cx="4593654" cy="65151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C84934B2-2000-9D1A-CC2E-E84CEF391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829093">
            <a:off x="2251787" y="7416800"/>
            <a:ext cx="7802724" cy="6858000"/>
          </a:xfrm>
          <a:prstGeom prst="rect">
            <a:avLst/>
          </a:prstGeom>
        </p:spPr>
      </p:pic>
      <p:sp>
        <p:nvSpPr>
          <p:cNvPr id="2" name="Téglalap 1">
            <a:extLst>
              <a:ext uri="{FF2B5EF4-FFF2-40B4-BE49-F238E27FC236}">
                <a16:creationId xmlns:a16="http://schemas.microsoft.com/office/drawing/2014/main" id="{C2A356F7-734A-F0FF-9D65-3938601B5586}"/>
              </a:ext>
            </a:extLst>
          </p:cNvPr>
          <p:cNvSpPr/>
          <p:nvPr/>
        </p:nvSpPr>
        <p:spPr>
          <a:xfrm>
            <a:off x="1414594" y="1176635"/>
            <a:ext cx="936281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u-HU" sz="7200" b="1" cap="none" spc="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Kösszönjük</a:t>
            </a:r>
            <a:r>
              <a:rPr lang="hu-HU" sz="72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a figyelmet</a:t>
            </a:r>
          </a:p>
        </p:txBody>
      </p:sp>
    </p:spTree>
    <p:extLst>
      <p:ext uri="{BB962C8B-B14F-4D97-AF65-F5344CB8AC3E}">
        <p14:creationId xmlns:p14="http://schemas.microsoft.com/office/powerpoint/2010/main" val="27906331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08428-9529-0ECD-BA66-01C51A491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2CBA37A-6744-C2EC-9B87-CA748D74B8E0}"/>
              </a:ext>
            </a:extLst>
          </p:cNvPr>
          <p:cNvSpPr/>
          <p:nvPr/>
        </p:nvSpPr>
        <p:spPr>
          <a:xfrm>
            <a:off x="-812800" y="-1219200"/>
            <a:ext cx="14325600" cy="93472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321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555</Words>
  <Application>Microsoft Office PowerPoint</Application>
  <PresentationFormat>Szélesvásznú</PresentationFormat>
  <Paragraphs>105</Paragraphs>
  <Slides>27</Slides>
  <Notes>2</Notes>
  <HiddenSlides>0</HiddenSlides>
  <MMClips>2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Dávid Kiss-Király</dc:creator>
  <cp:lastModifiedBy>Dávid Kiss-Király</cp:lastModifiedBy>
  <cp:revision>75</cp:revision>
  <dcterms:created xsi:type="dcterms:W3CDTF">2026-10-28T14:43:49Z</dcterms:created>
  <dcterms:modified xsi:type="dcterms:W3CDTF">2026-10-28T22:24:15Z</dcterms:modified>
</cp:coreProperties>
</file>